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65" r:id="rId3"/>
    <p:sldId id="259" r:id="rId4"/>
    <p:sldId id="260" r:id="rId5"/>
    <p:sldId id="266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18B054-83FF-4C31-9D9B-0B84460F6EA1}" v="9" dt="2026-08-25T09:44:08.4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ary, Subah" userId="675916fe-ca20-4130-a02e-4cbb659c7647" providerId="ADAL" clId="{8605D329-4A51-498E-8269-36F126310EFE}"/>
    <pc:docChg chg="undo custSel addSld delSld modSld sldOrd">
      <pc:chgData name="Shiary, Subah" userId="675916fe-ca20-4130-a02e-4cbb659c7647" providerId="ADAL" clId="{8605D329-4A51-498E-8269-36F126310EFE}" dt="2026-08-25T09:58:53.394" v="2277" actId="27636"/>
      <pc:docMkLst>
        <pc:docMk/>
      </pc:docMkLst>
      <pc:sldChg chg="addSp delSp modSp mod">
        <pc:chgData name="Shiary, Subah" userId="675916fe-ca20-4130-a02e-4cbb659c7647" providerId="ADAL" clId="{8605D329-4A51-498E-8269-36F126310EFE}" dt="2026-08-20T16:22:23.879" v="1275" actId="1076"/>
        <pc:sldMkLst>
          <pc:docMk/>
          <pc:sldMk cId="1781835573" sldId="256"/>
        </pc:sldMkLst>
        <pc:spChg chg="mod">
          <ac:chgData name="Shiary, Subah" userId="675916fe-ca20-4130-a02e-4cbb659c7647" providerId="ADAL" clId="{8605D329-4A51-498E-8269-36F126310EFE}" dt="2026-08-20T14:12:14.774" v="55" actId="20577"/>
          <ac:spMkLst>
            <pc:docMk/>
            <pc:sldMk cId="1781835573" sldId="256"/>
            <ac:spMk id="4" creationId="{681DAC6E-85A6-401A-BF34-F444878480D4}"/>
          </ac:spMkLst>
        </pc:spChg>
        <pc:spChg chg="add mod">
          <ac:chgData name="Shiary, Subah" userId="675916fe-ca20-4130-a02e-4cbb659c7647" providerId="ADAL" clId="{8605D329-4A51-498E-8269-36F126310EFE}" dt="2026-08-20T16:22:23.879" v="1275" actId="1076"/>
          <ac:spMkLst>
            <pc:docMk/>
            <pc:sldMk cId="1781835573" sldId="256"/>
            <ac:spMk id="7" creationId="{41AD4DAE-A774-19A1-C27F-6D4488199EE7}"/>
          </ac:spMkLst>
        </pc:spChg>
      </pc:sldChg>
      <pc:sldChg chg="addSp delSp modSp mod">
        <pc:chgData name="Shiary, Subah" userId="675916fe-ca20-4130-a02e-4cbb659c7647" providerId="ADAL" clId="{8605D329-4A51-498E-8269-36F126310EFE}" dt="2026-08-25T09:58:53.394" v="2277" actId="27636"/>
        <pc:sldMkLst>
          <pc:docMk/>
          <pc:sldMk cId="124856286" sldId="259"/>
        </pc:sldMkLst>
        <pc:spChg chg="mod">
          <ac:chgData name="Shiary, Subah" userId="675916fe-ca20-4130-a02e-4cbb659c7647" providerId="ADAL" clId="{8605D329-4A51-498E-8269-36F126310EFE}" dt="2026-08-20T14:12:47.415" v="72" actId="20577"/>
          <ac:spMkLst>
            <pc:docMk/>
            <pc:sldMk cId="124856286" sldId="259"/>
            <ac:spMk id="3" creationId="{1115F2DA-CC04-45AA-A82D-80C6FC4E99EA}"/>
          </ac:spMkLst>
        </pc:spChg>
        <pc:spChg chg="mod">
          <ac:chgData name="Shiary, Subah" userId="675916fe-ca20-4130-a02e-4cbb659c7647" providerId="ADAL" clId="{8605D329-4A51-498E-8269-36F126310EFE}" dt="2026-08-20T14:46:00.211" v="623" actId="1076"/>
          <ac:spMkLst>
            <pc:docMk/>
            <pc:sldMk cId="124856286" sldId="259"/>
            <ac:spMk id="4" creationId="{6EFC0841-DC83-4B00-A278-62E765D75F5B}"/>
          </ac:spMkLst>
        </pc:spChg>
        <pc:spChg chg="mod">
          <ac:chgData name="Shiary, Subah" userId="675916fe-ca20-4130-a02e-4cbb659c7647" providerId="ADAL" clId="{8605D329-4A51-498E-8269-36F126310EFE}" dt="2026-08-20T14:46:15.807" v="678" actId="20577"/>
          <ac:spMkLst>
            <pc:docMk/>
            <pc:sldMk cId="124856286" sldId="259"/>
            <ac:spMk id="6" creationId="{1DAD2686-6C18-4876-9CBF-24BB3138EE49}"/>
          </ac:spMkLst>
        </pc:spChg>
        <pc:spChg chg="mod">
          <ac:chgData name="Shiary, Subah" userId="675916fe-ca20-4130-a02e-4cbb659c7647" providerId="ADAL" clId="{8605D329-4A51-498E-8269-36F126310EFE}" dt="2026-08-20T15:33:57.163" v="1203" actId="20577"/>
          <ac:spMkLst>
            <pc:docMk/>
            <pc:sldMk cId="124856286" sldId="259"/>
            <ac:spMk id="7" creationId="{46544717-913E-4416-98FC-04CCC6BDB9DA}"/>
          </ac:spMkLst>
        </pc:spChg>
        <pc:spChg chg="mod">
          <ac:chgData name="Shiary, Subah" userId="675916fe-ca20-4130-a02e-4cbb659c7647" providerId="ADAL" clId="{8605D329-4A51-498E-8269-36F126310EFE}" dt="2026-08-25T09:44:18.262" v="2204" actId="1076"/>
          <ac:spMkLst>
            <pc:docMk/>
            <pc:sldMk cId="124856286" sldId="259"/>
            <ac:spMk id="12" creationId="{719D51B2-8C27-4B28-8E4C-54892055E6D5}"/>
          </ac:spMkLst>
        </pc:spChg>
        <pc:spChg chg="mod">
          <ac:chgData name="Shiary, Subah" userId="675916fe-ca20-4130-a02e-4cbb659c7647" providerId="ADAL" clId="{8605D329-4A51-498E-8269-36F126310EFE}" dt="2026-08-20T16:40:27.070" v="1392" actId="14100"/>
          <ac:spMkLst>
            <pc:docMk/>
            <pc:sldMk cId="124856286" sldId="259"/>
            <ac:spMk id="13" creationId="{0A81D13B-0878-41E7-BEE2-E600FC3C1F0C}"/>
          </ac:spMkLst>
        </pc:spChg>
        <pc:spChg chg="mod">
          <ac:chgData name="Shiary, Subah" userId="675916fe-ca20-4130-a02e-4cbb659c7647" providerId="ADAL" clId="{8605D329-4A51-498E-8269-36F126310EFE}" dt="2026-08-20T15:25:58.588" v="1098" actId="20577"/>
          <ac:spMkLst>
            <pc:docMk/>
            <pc:sldMk cId="124856286" sldId="259"/>
            <ac:spMk id="14" creationId="{C82BA7D8-91E0-46E1-B6BC-B5217404A752}"/>
          </ac:spMkLst>
        </pc:spChg>
        <pc:spChg chg="mod">
          <ac:chgData name="Shiary, Subah" userId="675916fe-ca20-4130-a02e-4cbb659c7647" providerId="ADAL" clId="{8605D329-4A51-498E-8269-36F126310EFE}" dt="2026-08-20T16:12:41.086" v="1218" actId="20577"/>
          <ac:spMkLst>
            <pc:docMk/>
            <pc:sldMk cId="124856286" sldId="259"/>
            <ac:spMk id="15" creationId="{0BB1A6A5-4EBC-4697-971F-4264CF6638C9}"/>
          </ac:spMkLst>
        </pc:spChg>
        <pc:spChg chg="add mod">
          <ac:chgData name="Shiary, Subah" userId="675916fe-ca20-4130-a02e-4cbb659c7647" providerId="ADAL" clId="{8605D329-4A51-498E-8269-36F126310EFE}" dt="2026-08-25T09:44:55.408" v="2215" actId="14100"/>
          <ac:spMkLst>
            <pc:docMk/>
            <pc:sldMk cId="124856286" sldId="259"/>
            <ac:spMk id="16" creationId="{79DFFAAC-D377-8E96-1065-6DBC92892B7F}"/>
          </ac:spMkLst>
        </pc:spChg>
        <pc:spChg chg="add mod">
          <ac:chgData name="Shiary, Subah" userId="675916fe-ca20-4130-a02e-4cbb659c7647" providerId="ADAL" clId="{8605D329-4A51-498E-8269-36F126310EFE}" dt="2026-08-25T09:44:50.931" v="2214" actId="20577"/>
          <ac:spMkLst>
            <pc:docMk/>
            <pc:sldMk cId="124856286" sldId="259"/>
            <ac:spMk id="19" creationId="{C53E75D0-BD0A-EC0D-78C2-B2CB5A9A53DC}"/>
          </ac:spMkLst>
        </pc:spChg>
        <pc:spChg chg="add mod">
          <ac:chgData name="Shiary, Subah" userId="675916fe-ca20-4130-a02e-4cbb659c7647" providerId="ADAL" clId="{8605D329-4A51-498E-8269-36F126310EFE}" dt="2026-08-20T16:38:17.553" v="1373" actId="1076"/>
          <ac:spMkLst>
            <pc:docMk/>
            <pc:sldMk cId="124856286" sldId="259"/>
            <ac:spMk id="23" creationId="{6AB437FA-A87C-F2D2-D4DE-57894DE3F59D}"/>
          </ac:spMkLst>
        </pc:spChg>
        <pc:spChg chg="add mod">
          <ac:chgData name="Shiary, Subah" userId="675916fe-ca20-4130-a02e-4cbb659c7647" providerId="ADAL" clId="{8605D329-4A51-498E-8269-36F126310EFE}" dt="2026-08-20T16:38:40.460" v="1376" actId="1076"/>
          <ac:spMkLst>
            <pc:docMk/>
            <pc:sldMk cId="124856286" sldId="259"/>
            <ac:spMk id="25" creationId="{0B3954D7-9F24-B46E-5A7A-8F6467243A83}"/>
          </ac:spMkLst>
        </pc:spChg>
        <pc:spChg chg="add mod">
          <ac:chgData name="Shiary, Subah" userId="675916fe-ca20-4130-a02e-4cbb659c7647" providerId="ADAL" clId="{8605D329-4A51-498E-8269-36F126310EFE}" dt="2026-08-25T09:43:51.652" v="2194" actId="14100"/>
          <ac:spMkLst>
            <pc:docMk/>
            <pc:sldMk cId="124856286" sldId="259"/>
            <ac:spMk id="27" creationId="{262237D2-EB11-CBE0-45C9-10F532EA5668}"/>
          </ac:spMkLst>
        </pc:spChg>
        <pc:spChg chg="add mod">
          <ac:chgData name="Shiary, Subah" userId="675916fe-ca20-4130-a02e-4cbb659c7647" providerId="ADAL" clId="{8605D329-4A51-498E-8269-36F126310EFE}" dt="2026-08-25T09:58:53.394" v="2277" actId="27636"/>
          <ac:spMkLst>
            <pc:docMk/>
            <pc:sldMk cId="124856286" sldId="259"/>
            <ac:spMk id="31" creationId="{F1170FC7-0767-17A2-35DE-CF2E10DC8E39}"/>
          </ac:spMkLst>
        </pc:spChg>
        <pc:spChg chg="add mod">
          <ac:chgData name="Shiary, Subah" userId="675916fe-ca20-4130-a02e-4cbb659c7647" providerId="ADAL" clId="{8605D329-4A51-498E-8269-36F126310EFE}" dt="2026-08-20T16:40:03.443" v="1389" actId="1076"/>
          <ac:spMkLst>
            <pc:docMk/>
            <pc:sldMk cId="124856286" sldId="259"/>
            <ac:spMk id="33" creationId="{FE63F892-E345-2B27-5139-89D379CDAE4F}"/>
          </ac:spMkLst>
        </pc:spChg>
        <pc:spChg chg="add mod">
          <ac:chgData name="Shiary, Subah" userId="675916fe-ca20-4130-a02e-4cbb659c7647" providerId="ADAL" clId="{8605D329-4A51-498E-8269-36F126310EFE}" dt="2026-08-24T14:28:46.533" v="1419" actId="20577"/>
          <ac:spMkLst>
            <pc:docMk/>
            <pc:sldMk cId="124856286" sldId="259"/>
            <ac:spMk id="35" creationId="{F9FCFFC4-0C91-2005-0ED1-E9412083D01A}"/>
          </ac:spMkLst>
        </pc:spChg>
      </pc:sldChg>
      <pc:sldChg chg="delSp modSp mod">
        <pc:chgData name="Shiary, Subah" userId="675916fe-ca20-4130-a02e-4cbb659c7647" providerId="ADAL" clId="{8605D329-4A51-498E-8269-36F126310EFE}" dt="2026-08-25T09:47:44.007" v="2258" actId="478"/>
        <pc:sldMkLst>
          <pc:docMk/>
          <pc:sldMk cId="920778723" sldId="260"/>
        </pc:sldMkLst>
        <pc:spChg chg="mod">
          <ac:chgData name="Shiary, Subah" userId="675916fe-ca20-4130-a02e-4cbb659c7647" providerId="ADAL" clId="{8605D329-4A51-498E-8269-36F126310EFE}" dt="2026-08-20T15:13:54.628" v="769" actId="20577"/>
          <ac:spMkLst>
            <pc:docMk/>
            <pc:sldMk cId="920778723" sldId="260"/>
            <ac:spMk id="12" creationId="{6B50A2C8-DE3A-4EA6-9DE9-B0E8C90027DC}"/>
          </ac:spMkLst>
        </pc:spChg>
        <pc:spChg chg="mod">
          <ac:chgData name="Shiary, Subah" userId="675916fe-ca20-4130-a02e-4cbb659c7647" providerId="ADAL" clId="{8605D329-4A51-498E-8269-36F126310EFE}" dt="2026-08-20T15:22:24.690" v="774" actId="20577"/>
          <ac:spMkLst>
            <pc:docMk/>
            <pc:sldMk cId="920778723" sldId="260"/>
            <ac:spMk id="17" creationId="{BC992868-4493-48DF-8292-9557F462C1B9}"/>
          </ac:spMkLst>
        </pc:spChg>
        <pc:spChg chg="del">
          <ac:chgData name="Shiary, Subah" userId="675916fe-ca20-4130-a02e-4cbb659c7647" providerId="ADAL" clId="{8605D329-4A51-498E-8269-36F126310EFE}" dt="2026-08-25T09:47:28.199" v="2254" actId="478"/>
          <ac:spMkLst>
            <pc:docMk/>
            <pc:sldMk cId="920778723" sldId="260"/>
            <ac:spMk id="19" creationId="{FF757441-0BF0-4FD5-996C-044065A2DAE6}"/>
          </ac:spMkLst>
        </pc:spChg>
        <pc:spChg chg="del">
          <ac:chgData name="Shiary, Subah" userId="675916fe-ca20-4130-a02e-4cbb659c7647" providerId="ADAL" clId="{8605D329-4A51-498E-8269-36F126310EFE}" dt="2026-08-25T09:47:44.007" v="2258" actId="478"/>
          <ac:spMkLst>
            <pc:docMk/>
            <pc:sldMk cId="920778723" sldId="260"/>
            <ac:spMk id="20" creationId="{0F8C79AC-8FDC-42CF-8A3C-FC580590CCEF}"/>
          </ac:spMkLst>
        </pc:spChg>
        <pc:spChg chg="del mod">
          <ac:chgData name="Shiary, Subah" userId="675916fe-ca20-4130-a02e-4cbb659c7647" providerId="ADAL" clId="{8605D329-4A51-498E-8269-36F126310EFE}" dt="2026-08-25T09:47:34.110" v="2255" actId="478"/>
          <ac:spMkLst>
            <pc:docMk/>
            <pc:sldMk cId="920778723" sldId="260"/>
            <ac:spMk id="21" creationId="{1489CAAC-0858-400E-87C7-76CDB594CBA6}"/>
          </ac:spMkLst>
        </pc:spChg>
        <pc:spChg chg="del mod">
          <ac:chgData name="Shiary, Subah" userId="675916fe-ca20-4130-a02e-4cbb659c7647" providerId="ADAL" clId="{8605D329-4A51-498E-8269-36F126310EFE}" dt="2026-08-25T09:47:38.207" v="2256" actId="478"/>
          <ac:spMkLst>
            <pc:docMk/>
            <pc:sldMk cId="920778723" sldId="260"/>
            <ac:spMk id="22" creationId="{6F55BD37-341F-4996-BA26-CEC5CB4A5BB8}"/>
          </ac:spMkLst>
        </pc:spChg>
        <pc:spChg chg="del">
          <ac:chgData name="Shiary, Subah" userId="675916fe-ca20-4130-a02e-4cbb659c7647" providerId="ADAL" clId="{8605D329-4A51-498E-8269-36F126310EFE}" dt="2026-08-25T09:47:40.432" v="2257" actId="478"/>
          <ac:spMkLst>
            <pc:docMk/>
            <pc:sldMk cId="920778723" sldId="260"/>
            <ac:spMk id="23" creationId="{3798350C-C8B8-418F-AA17-F5C9C154B58A}"/>
          </ac:spMkLst>
        </pc:spChg>
        <pc:spChg chg="mod">
          <ac:chgData name="Shiary, Subah" userId="675916fe-ca20-4130-a02e-4cbb659c7647" providerId="ADAL" clId="{8605D329-4A51-498E-8269-36F126310EFE}" dt="2026-08-24T14:51:28.989" v="1560" actId="20577"/>
          <ac:spMkLst>
            <pc:docMk/>
            <pc:sldMk cId="920778723" sldId="260"/>
            <ac:spMk id="26" creationId="{8304757C-49BC-41BC-AE3A-100B23A848CC}"/>
          </ac:spMkLst>
        </pc:spChg>
      </pc:sldChg>
      <pc:sldChg chg="addSp delSp modSp mod">
        <pc:chgData name="Shiary, Subah" userId="675916fe-ca20-4130-a02e-4cbb659c7647" providerId="ADAL" clId="{8605D329-4A51-498E-8269-36F126310EFE}" dt="2026-08-25T09:42:38.733" v="2191" actId="113"/>
        <pc:sldMkLst>
          <pc:docMk/>
          <pc:sldMk cId="548583202" sldId="261"/>
        </pc:sldMkLst>
        <pc:spChg chg="mod">
          <ac:chgData name="Shiary, Subah" userId="675916fe-ca20-4130-a02e-4cbb659c7647" providerId="ADAL" clId="{8605D329-4A51-498E-8269-36F126310EFE}" dt="2026-08-25T09:20:28.696" v="1814" actId="14100"/>
          <ac:spMkLst>
            <pc:docMk/>
            <pc:sldMk cId="548583202" sldId="261"/>
            <ac:spMk id="3" creationId="{0ABB1E50-1771-4524-AACA-013F1834CCF9}"/>
          </ac:spMkLst>
        </pc:spChg>
        <pc:spChg chg="mod">
          <ac:chgData name="Shiary, Subah" userId="675916fe-ca20-4130-a02e-4cbb659c7647" providerId="ADAL" clId="{8605D329-4A51-498E-8269-36F126310EFE}" dt="2026-08-25T07:33:49.627" v="1676" actId="14100"/>
          <ac:spMkLst>
            <pc:docMk/>
            <pc:sldMk cId="548583202" sldId="261"/>
            <ac:spMk id="4" creationId="{CEC81598-EA1A-485E-8845-9C46785D2AE6}"/>
          </ac:spMkLst>
        </pc:spChg>
        <pc:spChg chg="mod">
          <ac:chgData name="Shiary, Subah" userId="675916fe-ca20-4130-a02e-4cbb659c7647" providerId="ADAL" clId="{8605D329-4A51-498E-8269-36F126310EFE}" dt="2026-08-25T09:27:38.326" v="1944" actId="1076"/>
          <ac:spMkLst>
            <pc:docMk/>
            <pc:sldMk cId="548583202" sldId="261"/>
            <ac:spMk id="6" creationId="{77ADCD83-7426-4C7D-A3EF-A4531D4580A8}"/>
          </ac:spMkLst>
        </pc:spChg>
        <pc:spChg chg="add mod">
          <ac:chgData name="Shiary, Subah" userId="675916fe-ca20-4130-a02e-4cbb659c7647" providerId="ADAL" clId="{8605D329-4A51-498E-8269-36F126310EFE}" dt="2026-08-25T09:36:30.050" v="2067" actId="20577"/>
          <ac:spMkLst>
            <pc:docMk/>
            <pc:sldMk cId="548583202" sldId="261"/>
            <ac:spMk id="7" creationId="{F332214A-DAC7-CE80-944E-07F495D65751}"/>
          </ac:spMkLst>
        </pc:spChg>
        <pc:spChg chg="add mod">
          <ac:chgData name="Shiary, Subah" userId="675916fe-ca20-4130-a02e-4cbb659c7647" providerId="ADAL" clId="{8605D329-4A51-498E-8269-36F126310EFE}" dt="2026-08-25T09:39:33.254" v="2073" actId="1076"/>
          <ac:spMkLst>
            <pc:docMk/>
            <pc:sldMk cId="548583202" sldId="261"/>
            <ac:spMk id="8" creationId="{FC0F0F71-CC2A-1669-72E8-49CB5DDE5FB7}"/>
          </ac:spMkLst>
        </pc:spChg>
        <pc:spChg chg="add del mod">
          <ac:chgData name="Shiary, Subah" userId="675916fe-ca20-4130-a02e-4cbb659c7647" providerId="ADAL" clId="{8605D329-4A51-498E-8269-36F126310EFE}" dt="2026-08-24T14:51:00.125" v="1514" actId="478"/>
          <ac:spMkLst>
            <pc:docMk/>
            <pc:sldMk cId="548583202" sldId="261"/>
            <ac:spMk id="10" creationId="{431E8F8E-321C-EA28-DE8C-47393589F493}"/>
          </ac:spMkLst>
        </pc:spChg>
        <pc:spChg chg="add del mod">
          <ac:chgData name="Shiary, Subah" userId="675916fe-ca20-4130-a02e-4cbb659c7647" providerId="ADAL" clId="{8605D329-4A51-498E-8269-36F126310EFE}" dt="2026-08-25T09:42:08.377" v="2188" actId="478"/>
          <ac:spMkLst>
            <pc:docMk/>
            <pc:sldMk cId="548583202" sldId="261"/>
            <ac:spMk id="11" creationId="{910867C9-3A74-E7ED-8826-F73C9EDA863B}"/>
          </ac:spMkLst>
        </pc:spChg>
        <pc:spChg chg="add mod">
          <ac:chgData name="Shiary, Subah" userId="675916fe-ca20-4130-a02e-4cbb659c7647" providerId="ADAL" clId="{8605D329-4A51-498E-8269-36F126310EFE}" dt="2026-08-25T09:39:21.747" v="2069" actId="20577"/>
          <ac:spMkLst>
            <pc:docMk/>
            <pc:sldMk cId="548583202" sldId="261"/>
            <ac:spMk id="12" creationId="{596539F8-407D-6B94-738B-5AC4D36ED792}"/>
          </ac:spMkLst>
        </pc:spChg>
        <pc:spChg chg="add del mod">
          <ac:chgData name="Shiary, Subah" userId="675916fe-ca20-4130-a02e-4cbb659c7647" providerId="ADAL" clId="{8605D329-4A51-498E-8269-36F126310EFE}" dt="2026-08-24T14:50:58.301" v="1513" actId="478"/>
          <ac:spMkLst>
            <pc:docMk/>
            <pc:sldMk cId="548583202" sldId="261"/>
            <ac:spMk id="14" creationId="{74501973-C7B4-6A02-9A9C-3C705A7C92D1}"/>
          </ac:spMkLst>
        </pc:spChg>
        <pc:spChg chg="add mod">
          <ac:chgData name="Shiary, Subah" userId="675916fe-ca20-4130-a02e-4cbb659c7647" providerId="ADAL" clId="{8605D329-4A51-498E-8269-36F126310EFE}" dt="2026-08-25T09:20:52.521" v="1820" actId="27636"/>
          <ac:spMkLst>
            <pc:docMk/>
            <pc:sldMk cId="548583202" sldId="261"/>
            <ac:spMk id="15" creationId="{6BEAD82B-7B6D-30DA-E50D-080BCC5FC48A}"/>
          </ac:spMkLst>
        </pc:spChg>
        <pc:spChg chg="add">
          <ac:chgData name="Shiary, Subah" userId="675916fe-ca20-4130-a02e-4cbb659c7647" providerId="ADAL" clId="{8605D329-4A51-498E-8269-36F126310EFE}" dt="2026-08-25T09:21:59.494" v="1828" actId="11529"/>
          <ac:spMkLst>
            <pc:docMk/>
            <pc:sldMk cId="548583202" sldId="261"/>
            <ac:spMk id="18" creationId="{B251B993-C12D-CEFA-D4E4-2FC9AF331314}"/>
          </ac:spMkLst>
        </pc:spChg>
        <pc:spChg chg="add mod">
          <ac:chgData name="Shiary, Subah" userId="675916fe-ca20-4130-a02e-4cbb659c7647" providerId="ADAL" clId="{8605D329-4A51-498E-8269-36F126310EFE}" dt="2026-08-25T09:22:11.099" v="1831" actId="1076"/>
          <ac:spMkLst>
            <pc:docMk/>
            <pc:sldMk cId="548583202" sldId="261"/>
            <ac:spMk id="20" creationId="{AF7AF7DA-5F4D-66A4-276F-C0B0FC0B4DCB}"/>
          </ac:spMkLst>
        </pc:spChg>
        <pc:spChg chg="add del mod">
          <ac:chgData name="Shiary, Subah" userId="675916fe-ca20-4130-a02e-4cbb659c7647" providerId="ADAL" clId="{8605D329-4A51-498E-8269-36F126310EFE}" dt="2026-08-25T09:40:09.648" v="2077" actId="22"/>
          <ac:spMkLst>
            <pc:docMk/>
            <pc:sldMk cId="548583202" sldId="261"/>
            <ac:spMk id="22" creationId="{A9715B6F-F26F-625B-7C42-78C759C3BD94}"/>
          </ac:spMkLst>
        </pc:spChg>
        <pc:spChg chg="add mod">
          <ac:chgData name="Shiary, Subah" userId="675916fe-ca20-4130-a02e-4cbb659c7647" providerId="ADAL" clId="{8605D329-4A51-498E-8269-36F126310EFE}" dt="2026-08-25T09:41:04.825" v="2114" actId="1076"/>
          <ac:spMkLst>
            <pc:docMk/>
            <pc:sldMk cId="548583202" sldId="261"/>
            <ac:spMk id="24" creationId="{72EB2E45-E64B-7025-F0BA-2BD439C0639E}"/>
          </ac:spMkLst>
        </pc:spChg>
        <pc:spChg chg="add mod">
          <ac:chgData name="Shiary, Subah" userId="675916fe-ca20-4130-a02e-4cbb659c7647" providerId="ADAL" clId="{8605D329-4A51-498E-8269-36F126310EFE}" dt="2026-08-25T09:41:43.801" v="2185" actId="20577"/>
          <ac:spMkLst>
            <pc:docMk/>
            <pc:sldMk cId="548583202" sldId="261"/>
            <ac:spMk id="26" creationId="{EA8B0223-61DC-08AA-D5AB-C8CFEE89FBB3}"/>
          </ac:spMkLst>
        </pc:spChg>
        <pc:spChg chg="add mod">
          <ac:chgData name="Shiary, Subah" userId="675916fe-ca20-4130-a02e-4cbb659c7647" providerId="ADAL" clId="{8605D329-4A51-498E-8269-36F126310EFE}" dt="2026-08-25T09:42:38.733" v="2191" actId="113"/>
          <ac:spMkLst>
            <pc:docMk/>
            <pc:sldMk cId="548583202" sldId="261"/>
            <ac:spMk id="28" creationId="{C290B0F1-BED9-56A4-BD3B-7CAC4330D797}"/>
          </ac:spMkLst>
        </pc:spChg>
      </pc:sldChg>
      <pc:sldChg chg="modSp del mod">
        <pc:chgData name="Shiary, Subah" userId="675916fe-ca20-4130-a02e-4cbb659c7647" providerId="ADAL" clId="{8605D329-4A51-498E-8269-36F126310EFE}" dt="2026-08-25T09:42:48.139" v="2192" actId="47"/>
        <pc:sldMkLst>
          <pc:docMk/>
          <pc:sldMk cId="1208962199" sldId="264"/>
        </pc:sldMkLst>
        <pc:spChg chg="mod">
          <ac:chgData name="Shiary, Subah" userId="675916fe-ca20-4130-a02e-4cbb659c7647" providerId="ADAL" clId="{8605D329-4A51-498E-8269-36F126310EFE}" dt="2026-08-25T09:36:56.182" v="2068" actId="20577"/>
          <ac:spMkLst>
            <pc:docMk/>
            <pc:sldMk cId="1208962199" sldId="264"/>
            <ac:spMk id="5" creationId="{587BB444-E2BA-4E2E-9E11-33A365A885C7}"/>
          </ac:spMkLst>
        </pc:spChg>
      </pc:sldChg>
      <pc:sldChg chg="addSp delSp modSp add mod">
        <pc:chgData name="Shiary, Subah" userId="675916fe-ca20-4130-a02e-4cbb659c7647" providerId="ADAL" clId="{8605D329-4A51-498E-8269-36F126310EFE}" dt="2026-08-25T09:50:55.669" v="2268" actId="20577"/>
        <pc:sldMkLst>
          <pc:docMk/>
          <pc:sldMk cId="3931458232" sldId="265"/>
        </pc:sldMkLst>
        <pc:spChg chg="mod">
          <ac:chgData name="Shiary, Subah" userId="675916fe-ca20-4130-a02e-4cbb659c7647" providerId="ADAL" clId="{8605D329-4A51-498E-8269-36F126310EFE}" dt="2026-08-20T16:34:15.589" v="1286" actId="20577"/>
          <ac:spMkLst>
            <pc:docMk/>
            <pc:sldMk cId="3931458232" sldId="265"/>
            <ac:spMk id="5" creationId="{17C30226-8BCD-69A9-573E-A449C8457F2B}"/>
          </ac:spMkLst>
        </pc:spChg>
        <pc:spChg chg="mod">
          <ac:chgData name="Shiary, Subah" userId="675916fe-ca20-4130-a02e-4cbb659c7647" providerId="ADAL" clId="{8605D329-4A51-498E-8269-36F126310EFE}" dt="2026-08-20T15:33:25.933" v="1171" actId="20577"/>
          <ac:spMkLst>
            <pc:docMk/>
            <pc:sldMk cId="3931458232" sldId="265"/>
            <ac:spMk id="11" creationId="{AA9F7FB2-0FC4-2398-640A-F1804FB6B239}"/>
          </ac:spMkLst>
        </pc:spChg>
        <pc:spChg chg="mod">
          <ac:chgData name="Shiary, Subah" userId="675916fe-ca20-4130-a02e-4cbb659c7647" providerId="ADAL" clId="{8605D329-4A51-498E-8269-36F126310EFE}" dt="2026-08-20T15:33:21.613" v="1169" actId="20577"/>
          <ac:spMkLst>
            <pc:docMk/>
            <pc:sldMk cId="3931458232" sldId="265"/>
            <ac:spMk id="15" creationId="{21879BA0-2C70-38F5-5204-88372B3B9ED2}"/>
          </ac:spMkLst>
        </pc:spChg>
        <pc:spChg chg="mod">
          <ac:chgData name="Shiary, Subah" userId="675916fe-ca20-4130-a02e-4cbb659c7647" providerId="ADAL" clId="{8605D329-4A51-498E-8269-36F126310EFE}" dt="2026-08-25T09:43:04.332" v="2193" actId="113"/>
          <ac:spMkLst>
            <pc:docMk/>
            <pc:sldMk cId="3931458232" sldId="265"/>
            <ac:spMk id="23" creationId="{447AD8B1-53A5-B4D2-737A-71BAE79FAADA}"/>
          </ac:spMkLst>
        </pc:spChg>
        <pc:spChg chg="mod">
          <ac:chgData name="Shiary, Subah" userId="675916fe-ca20-4130-a02e-4cbb659c7647" providerId="ADAL" clId="{8605D329-4A51-498E-8269-36F126310EFE}" dt="2026-08-24T13:49:48.440" v="1407" actId="20577"/>
          <ac:spMkLst>
            <pc:docMk/>
            <pc:sldMk cId="3931458232" sldId="265"/>
            <ac:spMk id="29" creationId="{9ED0ACBA-C680-EB71-E516-55E6471FDD88}"/>
          </ac:spMkLst>
        </pc:spChg>
        <pc:spChg chg="del">
          <ac:chgData name="Shiary, Subah" userId="675916fe-ca20-4130-a02e-4cbb659c7647" providerId="ADAL" clId="{8605D329-4A51-498E-8269-36F126310EFE}" dt="2026-08-25T07:43:21.056" v="1807" actId="478"/>
          <ac:spMkLst>
            <pc:docMk/>
            <pc:sldMk cId="3931458232" sldId="265"/>
            <ac:spMk id="30" creationId="{DD31D07D-48CE-0D3C-3E71-AB1ED8090A29}"/>
          </ac:spMkLst>
        </pc:spChg>
        <pc:spChg chg="mod">
          <ac:chgData name="Shiary, Subah" userId="675916fe-ca20-4130-a02e-4cbb659c7647" providerId="ADAL" clId="{8605D329-4A51-498E-8269-36F126310EFE}" dt="2026-08-20T16:38:31.074" v="1374" actId="14100"/>
          <ac:spMkLst>
            <pc:docMk/>
            <pc:sldMk cId="3931458232" sldId="265"/>
            <ac:spMk id="35" creationId="{E54F255F-1062-D49F-0E45-55E5A3080AA9}"/>
          </ac:spMkLst>
        </pc:spChg>
        <pc:spChg chg="add mod">
          <ac:chgData name="Shiary, Subah" userId="675916fe-ca20-4130-a02e-4cbb659c7647" providerId="ADAL" clId="{8605D329-4A51-498E-8269-36F126310EFE}" dt="2026-08-25T07:43:16.427" v="1805" actId="1076"/>
          <ac:spMkLst>
            <pc:docMk/>
            <pc:sldMk cId="3931458232" sldId="265"/>
            <ac:spMk id="36" creationId="{127D839B-2A7E-6234-BB18-5102CFA8DE4A}"/>
          </ac:spMkLst>
        </pc:spChg>
        <pc:spChg chg="del">
          <ac:chgData name="Shiary, Subah" userId="675916fe-ca20-4130-a02e-4cbb659c7647" providerId="ADAL" clId="{8605D329-4A51-498E-8269-36F126310EFE}" dt="2026-08-25T07:43:12.694" v="1804" actId="478"/>
          <ac:spMkLst>
            <pc:docMk/>
            <pc:sldMk cId="3931458232" sldId="265"/>
            <ac:spMk id="37" creationId="{055851D7-7234-F143-A128-1D8A38FBB42E}"/>
          </ac:spMkLst>
        </pc:spChg>
        <pc:spChg chg="del mod">
          <ac:chgData name="Shiary, Subah" userId="675916fe-ca20-4130-a02e-4cbb659c7647" providerId="ADAL" clId="{8605D329-4A51-498E-8269-36F126310EFE}" dt="2026-08-25T07:43:31.436" v="1810" actId="478"/>
          <ac:spMkLst>
            <pc:docMk/>
            <pc:sldMk cId="3931458232" sldId="265"/>
            <ac:spMk id="44" creationId="{1479ECA5-9353-029E-CECF-8FB1CC645539}"/>
          </ac:spMkLst>
        </pc:spChg>
        <pc:spChg chg="add mod">
          <ac:chgData name="Shiary, Subah" userId="675916fe-ca20-4130-a02e-4cbb659c7647" providerId="ADAL" clId="{8605D329-4A51-498E-8269-36F126310EFE}" dt="2026-08-25T07:43:26.688" v="1808" actId="1076"/>
          <ac:spMkLst>
            <pc:docMk/>
            <pc:sldMk cId="3931458232" sldId="265"/>
            <ac:spMk id="50" creationId="{1F4AA4D8-4E53-1A8F-B07E-EFF1D3D6D163}"/>
          </ac:spMkLst>
        </pc:spChg>
        <pc:spChg chg="add mod">
          <ac:chgData name="Shiary, Subah" userId="675916fe-ca20-4130-a02e-4cbb659c7647" providerId="ADAL" clId="{8605D329-4A51-498E-8269-36F126310EFE}" dt="2026-08-25T07:43:36.827" v="1812" actId="1076"/>
          <ac:spMkLst>
            <pc:docMk/>
            <pc:sldMk cId="3931458232" sldId="265"/>
            <ac:spMk id="52" creationId="{B4FAFB8F-D486-CCD6-F7C7-45AEBE444E01}"/>
          </ac:spMkLst>
        </pc:spChg>
        <pc:spChg chg="add mod">
          <ac:chgData name="Shiary, Subah" userId="675916fe-ca20-4130-a02e-4cbb659c7647" providerId="ADAL" clId="{8605D329-4A51-498E-8269-36F126310EFE}" dt="2026-08-25T09:50:55.669" v="2268" actId="20577"/>
          <ac:spMkLst>
            <pc:docMk/>
            <pc:sldMk cId="3931458232" sldId="265"/>
            <ac:spMk id="53" creationId="{B8170C29-84C6-6E5B-4FF4-426F2729F901}"/>
          </ac:spMkLst>
        </pc:spChg>
        <pc:spChg chg="add mod">
          <ac:chgData name="Shiary, Subah" userId="675916fe-ca20-4130-a02e-4cbb659c7647" providerId="ADAL" clId="{8605D329-4A51-498E-8269-36F126310EFE}" dt="2026-08-24T13:49:59.678" v="1408"/>
          <ac:spMkLst>
            <pc:docMk/>
            <pc:sldMk cId="3931458232" sldId="265"/>
            <ac:spMk id="55" creationId="{9FE871E3-83C6-AB0C-661C-5C6B71F767F5}"/>
          </ac:spMkLst>
        </pc:spChg>
        <pc:spChg chg="add mod">
          <ac:chgData name="Shiary, Subah" userId="675916fe-ca20-4130-a02e-4cbb659c7647" providerId="ADAL" clId="{8605D329-4A51-498E-8269-36F126310EFE}" dt="2026-08-25T09:45:10.101" v="2218" actId="20577"/>
          <ac:spMkLst>
            <pc:docMk/>
            <pc:sldMk cId="3931458232" sldId="265"/>
            <ac:spMk id="56" creationId="{9ECB35D4-9191-C565-B480-E497F5ACDE0A}"/>
          </ac:spMkLst>
        </pc:spChg>
        <pc:spChg chg="add mod">
          <ac:chgData name="Shiary, Subah" userId="675916fe-ca20-4130-a02e-4cbb659c7647" providerId="ADAL" clId="{8605D329-4A51-498E-8269-36F126310EFE}" dt="2026-08-24T13:50:07.580" v="1410"/>
          <ac:spMkLst>
            <pc:docMk/>
            <pc:sldMk cId="3931458232" sldId="265"/>
            <ac:spMk id="57" creationId="{02D14F2D-44EE-275D-8817-EE099469C1D8}"/>
          </ac:spMkLst>
        </pc:spChg>
        <pc:spChg chg="add mod">
          <ac:chgData name="Shiary, Subah" userId="675916fe-ca20-4130-a02e-4cbb659c7647" providerId="ADAL" clId="{8605D329-4A51-498E-8269-36F126310EFE}" dt="2026-08-25T09:45:23.345" v="2229" actId="20577"/>
          <ac:spMkLst>
            <pc:docMk/>
            <pc:sldMk cId="3931458232" sldId="265"/>
            <ac:spMk id="59" creationId="{BB6E7700-EB3C-7A4A-1833-1CB2E2CCBE1A}"/>
          </ac:spMkLst>
        </pc:spChg>
        <pc:spChg chg="add mod">
          <ac:chgData name="Shiary, Subah" userId="675916fe-ca20-4130-a02e-4cbb659c7647" providerId="ADAL" clId="{8605D329-4A51-498E-8269-36F126310EFE}" dt="2026-08-25T09:45:32.766" v="2233" actId="20577"/>
          <ac:spMkLst>
            <pc:docMk/>
            <pc:sldMk cId="3931458232" sldId="265"/>
            <ac:spMk id="61" creationId="{BDADC96F-F3DE-3766-7615-D0150CF27391}"/>
          </ac:spMkLst>
        </pc:spChg>
        <pc:spChg chg="add mod">
          <ac:chgData name="Shiary, Subah" userId="675916fe-ca20-4130-a02e-4cbb659c7647" providerId="ADAL" clId="{8605D329-4A51-498E-8269-36F126310EFE}" dt="2026-08-25T09:45:51.469" v="2239" actId="20577"/>
          <ac:spMkLst>
            <pc:docMk/>
            <pc:sldMk cId="3931458232" sldId="265"/>
            <ac:spMk id="63" creationId="{EDA17738-0970-CE81-0C69-8ED656DB888F}"/>
          </ac:spMkLst>
        </pc:spChg>
        <pc:spChg chg="add mod">
          <ac:chgData name="Shiary, Subah" userId="675916fe-ca20-4130-a02e-4cbb659c7647" providerId="ADAL" clId="{8605D329-4A51-498E-8269-36F126310EFE}" dt="2026-08-25T09:46:29.645" v="2253" actId="20577"/>
          <ac:spMkLst>
            <pc:docMk/>
            <pc:sldMk cId="3931458232" sldId="265"/>
            <ac:spMk id="65" creationId="{BBB521AA-2759-2A69-21F7-14A88AD439A5}"/>
          </ac:spMkLst>
        </pc:spChg>
        <pc:spChg chg="add mod">
          <ac:chgData name="Shiary, Subah" userId="675916fe-ca20-4130-a02e-4cbb659c7647" providerId="ADAL" clId="{8605D329-4A51-498E-8269-36F126310EFE}" dt="2026-08-25T09:46:23.517" v="2246" actId="20577"/>
          <ac:spMkLst>
            <pc:docMk/>
            <pc:sldMk cId="3931458232" sldId="265"/>
            <ac:spMk id="67" creationId="{89D66BCA-6C98-A34A-C9CD-57450F61560D}"/>
          </ac:spMkLst>
        </pc:spChg>
        <pc:spChg chg="add mod">
          <ac:chgData name="Shiary, Subah" userId="675916fe-ca20-4130-a02e-4cbb659c7647" providerId="ADAL" clId="{8605D329-4A51-498E-8269-36F126310EFE}" dt="2026-08-25T09:48:10.753" v="2263" actId="20577"/>
          <ac:spMkLst>
            <pc:docMk/>
            <pc:sldMk cId="3931458232" sldId="265"/>
            <ac:spMk id="69" creationId="{56C78B26-5967-AED0-06FF-EC94B28902A8}"/>
          </ac:spMkLst>
        </pc:spChg>
        <pc:spChg chg="add mod">
          <ac:chgData name="Shiary, Subah" userId="675916fe-ca20-4130-a02e-4cbb659c7647" providerId="ADAL" clId="{8605D329-4A51-498E-8269-36F126310EFE}" dt="2026-08-25T09:48:22.552" v="2266" actId="20577"/>
          <ac:spMkLst>
            <pc:docMk/>
            <pc:sldMk cId="3931458232" sldId="265"/>
            <ac:spMk id="71" creationId="{E95120B9-158F-76BE-52F5-E8CC90456F56}"/>
          </ac:spMkLst>
        </pc:spChg>
      </pc:sldChg>
      <pc:sldChg chg="modSp add mod ord">
        <pc:chgData name="Shiary, Subah" userId="675916fe-ca20-4130-a02e-4cbb659c7647" providerId="ADAL" clId="{8605D329-4A51-498E-8269-36F126310EFE}" dt="2026-08-25T09:23:56.873" v="1858"/>
        <pc:sldMkLst>
          <pc:docMk/>
          <pc:sldMk cId="1956338034" sldId="266"/>
        </pc:sldMkLst>
        <pc:spChg chg="mod">
          <ac:chgData name="Shiary, Subah" userId="675916fe-ca20-4130-a02e-4cbb659c7647" providerId="ADAL" clId="{8605D329-4A51-498E-8269-36F126310EFE}" dt="2026-08-25T09:23:38.082" v="1856" actId="1076"/>
          <ac:spMkLst>
            <pc:docMk/>
            <pc:sldMk cId="1956338034" sldId="266"/>
            <ac:spMk id="6" creationId="{785A35FD-0D36-8BBA-AA1E-67E5D240D5E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source deck: Sage_Intacct_QA_AI_Did_and_Did_Not_Client_Demo.pptx. Claims and metrics retained or paraphrased from this deck; no external sources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5E327-9FC2-9EE0-D855-EDBDE368A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5B052-C910-6E0D-9A63-47B25DC58E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3EEA59-8B69-A0C3-EE4B-E51CF7C4E0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User-provided data image: codex-clipboard-b08d20b7-fd16-4930-bf17-0349b7aa7f00.png.</a:t>
            </a:r>
          </a:p>
          <a:p>
            <a:r>
              <a:rPr dirty="0"/>
              <a:t>[Calculation]</a:t>
            </a:r>
          </a:p>
          <a:p>
            <a:r>
              <a:rPr dirty="0"/>
              <a:t>- Manual / AI-assisted hours: Requirements and checklist prep 20 / 17; Testing 25 / 19; Test case writing 8 / 2; Bug reporting 8 / 2.</a:t>
            </a:r>
          </a:p>
          <a:p>
            <a:r>
              <a:rPr dirty="0"/>
              <a:t>- Time reductions supplied by the user: 15%, 24%, 75%, and 75%.</a:t>
            </a:r>
          </a:p>
          <a:p>
            <a:r>
              <a:rPr dirty="0"/>
              <a:t>- Average = (15 + 24 + 75 + 75) / 4 = 47.25%, rounded to 47%.</a:t>
            </a:r>
          </a:p>
          <a:p>
            <a:r>
              <a:rPr dirty="0"/>
              <a:t>- Bar widths are normalized to the 25-hour maximum.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F9475-0ECA-DAE4-874F-24D264D94E7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909663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source deck: Sage_Intacct_QA_AI_Did_and_Did_Not_Client_Demo.pptx. Claims and metrics retained or paraphrased from this deck; no external sources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source deck: Sage_Intacct_QA_AI_Did_and_Did_Not_Client_Demo.pptx. Claims and metrics retained or paraphrased from this deck; no external sources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63F9D-8921-9E07-C4C4-B86887AAA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5460B6-9079-DB3E-EC6B-B1F381F996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995B4A-52DD-6971-D6C3-D7A121CD0E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source deck: Sage_Intacct_QA_AI_Did_and_Did_Not_Client_Demo.pptx. Claims and metrics retained or paraphrased from this deck; no external sources used.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983AC-5668-FDD4-4BDE-7919FE720BF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898591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source deck: Sage_Intacct_QA_AI_Did_and_Did_Not_Client_Demo.pptx. Claims and metrics retained or paraphrased from this deck; no external sources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40D4A-1134-42E7-9646-419DE18237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76EE66-0271-46A8-B16D-0787ED06B2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360A1-357A-43C3-9CF5-75F0FE0DE9B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8/25/2026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896F09-A61E-4421-A8A8-C2EBB1C1194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B1E61-3228-40DB-A0AE-484A04C421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2A5F7-0DC8-49B3-B728-1CA98271D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1BD19-B1F1-47B7-9A97-306891AF4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45D22-F947-44F4-8048-52371322D42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8/25/2026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37B389-76F1-4BD1-9619-ED1CF0C8D80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E1DB0-A6BB-4F60-A1C7-FBAF580FD4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BBC02-585D-4A3D-A849-716C53FC1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37A4BD-0D24-4DDF-9EEB-B683AE673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04983-BD56-48B3-8B3D-171EF247729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8/25/2026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8C6CA-F231-41E1-9FED-CB8752D1232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8D597-D743-4608-9DF5-EDC5E75A4F1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AE891-9494-491B-9A6E-B47934E13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3728E-FB3B-4D72-8E68-1621CAE77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ED882A-6280-445F-98B7-5E62CB37B7D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1C888-1A76-4C6F-AFF9-88CAAE93866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8/25/2026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4F246-4E57-42CC-AA09-D39C74A77F0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41DD49-A431-42C8-8B82-4BFEEF35C9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99E8-8A3D-4612-90E6-6C37F5F71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40C4A5-C41D-49C9-86C7-07B5E8D14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DDB43A-F586-434F-A6B6-A9E792C519C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7DE7FB-1D71-4477-81A2-6C465257BFA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950E6D-D885-4549-ABEE-9355B5699370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C92BA3-A64E-4EF3-B399-D77E46C1567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8/25/2026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A4F5B6-79B3-418D-8068-26E7E36D276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1AA401-CCC8-4FB0-9B4A-1BF7E6892D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F95C9-8182-409B-8DB1-47786813B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F94D09-9402-4B16-A4AC-E50BEBAF901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8/25/2026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D6B76F-7A17-4FA9-BFF8-251C25E69B9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2F9550-369B-453F-991F-53C339E98E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86A4B3-0D94-4A37-92B2-4D3DB3B59FE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8/25/2026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620EAC-CD27-40DA-8DAD-49EC3387C7D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E3486F-3348-4318-979C-3AE881761F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2C2A-ECD6-4B41-BCAC-42E5D59AD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FB0F7-5DFB-43B4-95C6-FAFF00B50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7DCD47-3C64-4FCE-A10B-0BAC2688A9D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8E5144-A2C6-42D7-A5D0-9560514129A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8/25/2026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ADE5E-6814-464B-B2D0-78D4D181CDA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9F5966-486E-4E9F-86A9-9AA361D9D2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D8CAF-D3D2-484F-BF49-6AA12341E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3E9B3E-72C5-4A99-8707-567197C74F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035053-DA09-419B-AE33-602B6EA0C07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99E1D-31D7-4E4F-9F8B-F8711439134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8/25/2026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02B72D-421E-4DF1-99D6-DF294CC5606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969FF8-0E28-4516-B6CF-1F3D1D3713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0C232-80B1-4450-A8F2-C7DA3F137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6C2693-AB14-4E15-9DFD-AE85549813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FEA58-3245-456C-9716-88F4F059235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8/25/2026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78F8B-1AE2-4420-B88E-0FDA5EF8481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C4ED0-A99E-405F-8186-1964207302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025764-97EB-405F-9013-A946514E6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94A37A-2721-42E5-BE6E-D4C508B17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A3ED4-5C13-4C2D-A149-C101EA1C2D1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8/25/2026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45EFE-DF44-4082-B9D5-3469D97ACB7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CF652-604D-499B-A8CE-E9A6A92A20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473D3E-508A-4AD0-B075-47FCE7898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54247A-D185-410A-BF71-C6D9B4F05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CA3DC-9C23-4385-9294-3E036BAA1954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8/25/2026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57787-AE83-4BC2-9990-F8CB53505305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15831-CF9A-49C8-9335-C175B33AA89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8C0366-064E-40DC-A395-17E865294F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A376"/>
          </a:solidFill>
          <a:ln w="0">
            <a:solidFill>
              <a:srgbClr val="00A37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E34364-7CF6-476C-9EBB-0E1EF608736C}"/>
              </a:ext>
            </a:extLst>
          </p:cNvPr>
          <p:cNvSpPr>
            <a:spLocks noGrp="1"/>
          </p:cNvSpPr>
          <p:nvPr/>
        </p:nvSpPr>
        <p:spPr>
          <a:xfrm>
            <a:off x="822960" y="22860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4F817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4F817B"/>
                </a:solidFill>
                <a:latin typeface="Aptos"/>
                <a:ea typeface="Aptos"/>
                <a:cs typeface="Aptos"/>
              </a:rPr>
              <a:t>SAGE INTACCT  •  QUALITY ASSURANCE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1DAC6E-85A6-401A-BF34-F444878480D4}"/>
              </a:ext>
            </a:extLst>
          </p:cNvPr>
          <p:cNvSpPr>
            <a:spLocks noGrp="1"/>
          </p:cNvSpPr>
          <p:nvPr/>
        </p:nvSpPr>
        <p:spPr>
          <a:xfrm>
            <a:off x="822960" y="2724150"/>
            <a:ext cx="9906000" cy="11239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6000"/>
              </a:lnSpc>
              <a:buNone/>
              <a:defRPr sz="360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 dirty="0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AI-assisted QA:</a:t>
            </a:r>
            <a:r>
              <a:rPr lang="en-US" sz="3600" b="1" i="0" dirty="0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 Impact on efficiency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AD4DAE-A774-19A1-C27F-6D4488199EE7}"/>
              </a:ext>
            </a:extLst>
          </p:cNvPr>
          <p:cNvSpPr txBox="1"/>
          <p:nvPr/>
        </p:nvSpPr>
        <p:spPr>
          <a:xfrm>
            <a:off x="704850" y="4210050"/>
            <a:ext cx="4539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demo on how AI increased testing efficiently</a:t>
            </a:r>
          </a:p>
        </p:txBody>
      </p:sp>
    </p:spTree>
    <p:extLst>
      <p:ext uri="{BB962C8B-B14F-4D97-AF65-F5344CB8AC3E}">
        <p14:creationId xmlns:p14="http://schemas.microsoft.com/office/powerpoint/2010/main" val="1781835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1D7261-7B2E-AD93-AB64-AFC575DB0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FEF06D-D0DA-1626-F97B-6684B10CEC16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43546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35466"/>
                </a:solidFill>
                <a:latin typeface="Aptos"/>
                <a:ea typeface="Aptos"/>
                <a:cs typeface="Aptos"/>
              </a:rPr>
              <a:t>WHAT AI DID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3EA5EA-58D2-729D-3763-1E2091D0375D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051560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 dirty="0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What AI did in each QA activity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9B80A2-2FC4-499B-6BF5-152973294C87}"/>
              </a:ext>
            </a:extLst>
          </p:cNvPr>
          <p:cNvSpPr>
            <a:spLocks noGrp="1"/>
          </p:cNvSpPr>
          <p:nvPr/>
        </p:nvSpPr>
        <p:spPr>
          <a:xfrm>
            <a:off x="502920" y="13716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73808C"/>
                </a:solidFill>
                <a:latin typeface="Aptos"/>
                <a:ea typeface="Aptos"/>
                <a:cs typeface="Aptos"/>
              </a:defRPr>
            </a:pPr>
            <a:endParaRPr sz="1275" b="0" i="0" dirty="0">
              <a:solidFill>
                <a:srgbClr val="73808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7C30226-8BCD-69A9-573E-A449C8457F2B}"/>
              </a:ext>
            </a:extLst>
          </p:cNvPr>
          <p:cNvSpPr>
            <a:spLocks noGrp="1"/>
          </p:cNvSpPr>
          <p:nvPr/>
        </p:nvSpPr>
        <p:spPr>
          <a:xfrm>
            <a:off x="502920" y="2011680"/>
            <a:ext cx="5394960" cy="2103120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9525">
            <a:solidFill>
              <a:srgbClr val="D6E3D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CBE5E1-B8C6-0948-4F7C-D395342CBF5C}"/>
              </a:ext>
            </a:extLst>
          </p:cNvPr>
          <p:cNvSpPr>
            <a:spLocks noGrp="1"/>
          </p:cNvSpPr>
          <p:nvPr/>
        </p:nvSpPr>
        <p:spPr>
          <a:xfrm>
            <a:off x="502920" y="2011680"/>
            <a:ext cx="73152" cy="2103120"/>
          </a:xfrm>
          <a:prstGeom prst="rect">
            <a:avLst/>
          </a:prstGeom>
          <a:solidFill>
            <a:srgbClr val="00A376"/>
          </a:solidFill>
          <a:ln w="0">
            <a:solidFill>
              <a:srgbClr val="00A37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751C9F-C23D-22D2-17FD-3C2586560665}"/>
              </a:ext>
            </a:extLst>
          </p:cNvPr>
          <p:cNvSpPr>
            <a:spLocks noGrp="1"/>
          </p:cNvSpPr>
          <p:nvPr/>
        </p:nvSpPr>
        <p:spPr>
          <a:xfrm>
            <a:off x="777240" y="2157984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 dirty="0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1  Requirement</a:t>
            </a:r>
            <a:r>
              <a:rPr lang="en-US" sz="1425" b="1" i="0" dirty="0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 analysis</a:t>
            </a:r>
            <a:endParaRPr sz="1425" b="1" i="0" dirty="0">
              <a:solidFill>
                <a:srgbClr val="17324D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819017-DE34-21A5-8014-AEB623B190E2}"/>
              </a:ext>
            </a:extLst>
          </p:cNvPr>
          <p:cNvSpPr>
            <a:spLocks noGrp="1"/>
          </p:cNvSpPr>
          <p:nvPr/>
        </p:nvSpPr>
        <p:spPr>
          <a:xfrm>
            <a:off x="777240" y="2573655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  <a:buNone/>
              <a:defRPr sz="1050" b="0">
                <a:solidFill>
                  <a:srgbClr val="43546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35466"/>
                </a:solidFill>
                <a:latin typeface="Aptos"/>
                <a:ea typeface="Aptos"/>
                <a:cs typeface="Aptos"/>
              </a:rPr>
              <a:t>AI reviewed requirements, made checklists, and pointed out missing details.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B80CF94-0DE5-5721-9336-681DEF93116B}"/>
              </a:ext>
            </a:extLst>
          </p:cNvPr>
          <p:cNvSpPr>
            <a:spLocks noGrp="1"/>
          </p:cNvSpPr>
          <p:nvPr/>
        </p:nvSpPr>
        <p:spPr>
          <a:xfrm>
            <a:off x="6263640" y="2011680"/>
            <a:ext cx="5394960" cy="2103120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9525">
            <a:solidFill>
              <a:srgbClr val="D6E3D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7F73A9-B8B2-87A6-DF6F-31B025CF66E6}"/>
              </a:ext>
            </a:extLst>
          </p:cNvPr>
          <p:cNvSpPr>
            <a:spLocks noGrp="1"/>
          </p:cNvSpPr>
          <p:nvPr/>
        </p:nvSpPr>
        <p:spPr>
          <a:xfrm>
            <a:off x="6263640" y="2011680"/>
            <a:ext cx="73152" cy="2103120"/>
          </a:xfrm>
          <a:prstGeom prst="rect">
            <a:avLst/>
          </a:prstGeom>
          <a:solidFill>
            <a:srgbClr val="00A376"/>
          </a:solidFill>
          <a:ln w="0">
            <a:solidFill>
              <a:srgbClr val="00A37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9F7FB2-0FC4-2398-640A-F1804FB6B239}"/>
              </a:ext>
            </a:extLst>
          </p:cNvPr>
          <p:cNvSpPr>
            <a:spLocks noGrp="1"/>
          </p:cNvSpPr>
          <p:nvPr/>
        </p:nvSpPr>
        <p:spPr>
          <a:xfrm>
            <a:off x="6537960" y="2157984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1425" b="1" dirty="0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3</a:t>
            </a:r>
            <a:r>
              <a:rPr sz="1425" b="1" i="0" dirty="0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  Testing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92CA29-8119-AD77-EEB6-3CDB88A6313C}"/>
              </a:ext>
            </a:extLst>
          </p:cNvPr>
          <p:cNvSpPr>
            <a:spLocks noGrp="1"/>
          </p:cNvSpPr>
          <p:nvPr/>
        </p:nvSpPr>
        <p:spPr>
          <a:xfrm>
            <a:off x="6537960" y="2573655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  <a:buNone/>
              <a:defRPr sz="1050" b="0">
                <a:solidFill>
                  <a:srgbClr val="435466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435466"/>
                </a:solidFill>
                <a:latin typeface="Aptos"/>
                <a:ea typeface="Aptos"/>
                <a:cs typeface="Aptos"/>
              </a:rPr>
              <a:t>AI used Playwright to run repeatable checks and record results.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35F3B27-AB3E-1EEF-3A19-9216A2B31241}"/>
              </a:ext>
            </a:extLst>
          </p:cNvPr>
          <p:cNvSpPr>
            <a:spLocks noGrp="1"/>
          </p:cNvSpPr>
          <p:nvPr/>
        </p:nvSpPr>
        <p:spPr>
          <a:xfrm>
            <a:off x="502920" y="4297680"/>
            <a:ext cx="5394960" cy="2103120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9525">
            <a:solidFill>
              <a:srgbClr val="D6E3D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71859F-C218-B79E-8731-90A87FA2C8B1}"/>
              </a:ext>
            </a:extLst>
          </p:cNvPr>
          <p:cNvSpPr>
            <a:spLocks noGrp="1"/>
          </p:cNvSpPr>
          <p:nvPr/>
        </p:nvSpPr>
        <p:spPr>
          <a:xfrm>
            <a:off x="502920" y="4297680"/>
            <a:ext cx="73152" cy="2103120"/>
          </a:xfrm>
          <a:prstGeom prst="rect">
            <a:avLst/>
          </a:prstGeom>
          <a:solidFill>
            <a:srgbClr val="00A376"/>
          </a:solidFill>
          <a:ln w="0">
            <a:solidFill>
              <a:srgbClr val="00A37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879BA0-2C70-38F5-5204-88372B3B9ED2}"/>
              </a:ext>
            </a:extLst>
          </p:cNvPr>
          <p:cNvSpPr>
            <a:spLocks noGrp="1"/>
          </p:cNvSpPr>
          <p:nvPr/>
        </p:nvSpPr>
        <p:spPr>
          <a:xfrm>
            <a:off x="777240" y="4443984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1425" b="1" dirty="0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2</a:t>
            </a:r>
            <a:r>
              <a:rPr sz="1425" b="1" i="0" dirty="0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  Test</a:t>
            </a:r>
            <a:r>
              <a:rPr lang="en-US" sz="1425" b="1" i="0" dirty="0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 case writing</a:t>
            </a:r>
            <a:endParaRPr sz="1425" b="1" i="0" dirty="0">
              <a:solidFill>
                <a:srgbClr val="17324D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C86D2F-2F2C-59FC-6CF7-6247ECFC2DFF}"/>
              </a:ext>
            </a:extLst>
          </p:cNvPr>
          <p:cNvSpPr>
            <a:spLocks noGrp="1"/>
          </p:cNvSpPr>
          <p:nvPr/>
        </p:nvSpPr>
        <p:spPr>
          <a:xfrm>
            <a:off x="777240" y="4859655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  <a:buNone/>
              <a:defRPr sz="1050" b="0">
                <a:solidFill>
                  <a:srgbClr val="435466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435466"/>
                </a:solidFill>
                <a:latin typeface="Aptos"/>
                <a:ea typeface="Aptos"/>
                <a:cs typeface="Aptos"/>
              </a:rPr>
              <a:t>AI created test cases and BDD scenarios from the requirements.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BCF20CE-B2AE-9761-818C-1674841FEC85}"/>
              </a:ext>
            </a:extLst>
          </p:cNvPr>
          <p:cNvSpPr>
            <a:spLocks noGrp="1"/>
          </p:cNvSpPr>
          <p:nvPr/>
        </p:nvSpPr>
        <p:spPr>
          <a:xfrm>
            <a:off x="6263640" y="4297680"/>
            <a:ext cx="5394960" cy="2103120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9525">
            <a:solidFill>
              <a:srgbClr val="D6E3D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D433DE-93F7-33E3-5C6A-017557B50E44}"/>
              </a:ext>
            </a:extLst>
          </p:cNvPr>
          <p:cNvSpPr>
            <a:spLocks noGrp="1"/>
          </p:cNvSpPr>
          <p:nvPr/>
        </p:nvSpPr>
        <p:spPr>
          <a:xfrm>
            <a:off x="6263640" y="4297680"/>
            <a:ext cx="73152" cy="2103120"/>
          </a:xfrm>
          <a:prstGeom prst="rect">
            <a:avLst/>
          </a:prstGeom>
          <a:solidFill>
            <a:srgbClr val="00A376"/>
          </a:solidFill>
          <a:ln w="0">
            <a:solidFill>
              <a:srgbClr val="00A37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D8EF7E-AA41-B20E-4960-AA951CEC912F}"/>
              </a:ext>
            </a:extLst>
          </p:cNvPr>
          <p:cNvSpPr>
            <a:spLocks noGrp="1"/>
          </p:cNvSpPr>
          <p:nvPr/>
        </p:nvSpPr>
        <p:spPr>
          <a:xfrm>
            <a:off x="6537960" y="4443984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 dirty="0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4  Bug reporting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462454-35A4-5340-414F-B60A60A95456}"/>
              </a:ext>
            </a:extLst>
          </p:cNvPr>
          <p:cNvSpPr>
            <a:spLocks noGrp="1"/>
          </p:cNvSpPr>
          <p:nvPr/>
        </p:nvSpPr>
        <p:spPr>
          <a:xfrm>
            <a:off x="6537960" y="4859655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  <a:buNone/>
              <a:defRPr sz="1050" b="0">
                <a:solidFill>
                  <a:srgbClr val="43546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35466"/>
                </a:solidFill>
                <a:latin typeface="Aptos"/>
                <a:ea typeface="Aptos"/>
                <a:cs typeface="Aptos"/>
              </a:rPr>
              <a:t>AI wrote clear bug reports and organized the supporting evidence.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8F6CCB-6CB3-09B2-5E74-4D2F48E06391}"/>
              </a:ext>
            </a:extLst>
          </p:cNvPr>
          <p:cNvSpPr>
            <a:spLocks noGrp="1"/>
          </p:cNvSpPr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788" b="0">
                <a:solidFill>
                  <a:srgbClr val="73808C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73808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card-manual-label-1">
            <a:extLst>
              <a:ext uri="{FF2B5EF4-FFF2-40B4-BE49-F238E27FC236}">
                <a16:creationId xmlns:a16="http://schemas.microsoft.com/office/drawing/2014/main" id="{447AD8B1-53A5-B4D2-737A-71BAE79FAADA}"/>
              </a:ext>
            </a:extLst>
          </p:cNvPr>
          <p:cNvSpPr>
            <a:spLocks noGrp="1"/>
          </p:cNvSpPr>
          <p:nvPr/>
        </p:nvSpPr>
        <p:spPr>
          <a:xfrm>
            <a:off x="777239" y="3249930"/>
            <a:ext cx="29527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5000" lnSpcReduction="10000"/>
          </a:bodyPr>
          <a:lstStyle/>
          <a:p>
            <a:pPr algn="ctr">
              <a:lnSpc>
                <a:spcPct val="105000"/>
              </a:lnSpc>
              <a:buNone/>
              <a:defRPr sz="713" b="1">
                <a:solidFill>
                  <a:srgbClr val="2F6B9A"/>
                </a:solidFill>
                <a:latin typeface="Aptos"/>
                <a:ea typeface="Aptos"/>
                <a:cs typeface="Aptos"/>
              </a:defRPr>
            </a:pPr>
            <a:r>
              <a:rPr sz="713" b="1" dirty="0">
                <a:solidFill>
                  <a:srgbClr val="2F6B9A"/>
                </a:solidFill>
                <a:latin typeface="Aptos"/>
                <a:ea typeface="Aptos"/>
                <a:cs typeface="Aptos"/>
              </a:rPr>
              <a:t>M</a:t>
            </a:r>
            <a:r>
              <a:rPr lang="en-US" sz="713" dirty="0">
                <a:solidFill>
                  <a:srgbClr val="2F6B9A"/>
                </a:solidFill>
                <a:latin typeface="Aptos"/>
                <a:ea typeface="Aptos"/>
                <a:cs typeface="Aptos"/>
              </a:rPr>
              <a:t>anual</a:t>
            </a:r>
          </a:p>
        </p:txBody>
      </p:sp>
      <p:sp>
        <p:nvSpPr>
          <p:cNvPr id="24" name="card-ai-label-1">
            <a:extLst>
              <a:ext uri="{FF2B5EF4-FFF2-40B4-BE49-F238E27FC236}">
                <a16:creationId xmlns:a16="http://schemas.microsoft.com/office/drawing/2014/main" id="{A6CFF953-6525-0CE6-C283-2CBCC3ACDE41}"/>
              </a:ext>
            </a:extLst>
          </p:cNvPr>
          <p:cNvSpPr>
            <a:spLocks noGrp="1"/>
          </p:cNvSpPr>
          <p:nvPr/>
        </p:nvSpPr>
        <p:spPr>
          <a:xfrm>
            <a:off x="777240" y="3449955"/>
            <a:ext cx="209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713" b="1">
                <a:solidFill>
                  <a:srgbClr val="00A37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00A376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25" name="card-manual-track-1">
            <a:extLst>
              <a:ext uri="{FF2B5EF4-FFF2-40B4-BE49-F238E27FC236}">
                <a16:creationId xmlns:a16="http://schemas.microsoft.com/office/drawing/2014/main" id="{DB3E081F-4F70-B3C0-915B-E89E35F29DA2}"/>
              </a:ext>
            </a:extLst>
          </p:cNvPr>
          <p:cNvSpPr>
            <a:spLocks noGrp="1"/>
          </p:cNvSpPr>
          <p:nvPr/>
        </p:nvSpPr>
        <p:spPr>
          <a:xfrm>
            <a:off x="1072515" y="3230880"/>
            <a:ext cx="3333750" cy="114300"/>
          </a:xfrm>
          <a:prstGeom prst="roundRect">
            <a:avLst>
              <a:gd name="adj" fmla="val 33333"/>
            </a:avLst>
          </a:prstGeom>
          <a:solidFill>
            <a:srgbClr val="E6EFEC"/>
          </a:solidFill>
          <a:ln w="0">
            <a:solidFill>
              <a:srgbClr val="E6EF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card-ai-track-1">
            <a:extLst>
              <a:ext uri="{FF2B5EF4-FFF2-40B4-BE49-F238E27FC236}">
                <a16:creationId xmlns:a16="http://schemas.microsoft.com/office/drawing/2014/main" id="{F2181131-72EC-A8E3-B5C8-8B653306E2CE}"/>
              </a:ext>
            </a:extLst>
          </p:cNvPr>
          <p:cNvSpPr>
            <a:spLocks noGrp="1"/>
          </p:cNvSpPr>
          <p:nvPr/>
        </p:nvSpPr>
        <p:spPr>
          <a:xfrm>
            <a:off x="1072515" y="3469005"/>
            <a:ext cx="3333750" cy="114300"/>
          </a:xfrm>
          <a:prstGeom prst="roundRect">
            <a:avLst>
              <a:gd name="adj" fmla="val 33333"/>
            </a:avLst>
          </a:prstGeom>
          <a:solidFill>
            <a:srgbClr val="E6EFEC"/>
          </a:solidFill>
          <a:ln w="0">
            <a:solidFill>
              <a:srgbClr val="E6EF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card-manual-bar-1">
            <a:extLst>
              <a:ext uri="{FF2B5EF4-FFF2-40B4-BE49-F238E27FC236}">
                <a16:creationId xmlns:a16="http://schemas.microsoft.com/office/drawing/2014/main" id="{C122AAD0-AADD-6DC1-F3E1-8CA4BF3638EC}"/>
              </a:ext>
            </a:extLst>
          </p:cNvPr>
          <p:cNvSpPr>
            <a:spLocks noGrp="1"/>
          </p:cNvSpPr>
          <p:nvPr/>
        </p:nvSpPr>
        <p:spPr>
          <a:xfrm>
            <a:off x="1072515" y="3230880"/>
            <a:ext cx="2667000" cy="114300"/>
          </a:xfrm>
          <a:prstGeom prst="roundRect">
            <a:avLst>
              <a:gd name="adj" fmla="val 33333"/>
            </a:avLst>
          </a:prstGeom>
          <a:solidFill>
            <a:srgbClr val="2F6B9A"/>
          </a:solidFill>
          <a:ln w="0">
            <a:solidFill>
              <a:srgbClr val="2F6B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card-ai-bar-1">
            <a:extLst>
              <a:ext uri="{FF2B5EF4-FFF2-40B4-BE49-F238E27FC236}">
                <a16:creationId xmlns:a16="http://schemas.microsoft.com/office/drawing/2014/main" id="{11AA98AD-CB74-2F63-F7C9-0C6A6889BF87}"/>
              </a:ext>
            </a:extLst>
          </p:cNvPr>
          <p:cNvSpPr>
            <a:spLocks noGrp="1"/>
          </p:cNvSpPr>
          <p:nvPr/>
        </p:nvSpPr>
        <p:spPr>
          <a:xfrm>
            <a:off x="1072515" y="3469005"/>
            <a:ext cx="1179957" cy="114300"/>
          </a:xfrm>
          <a:prstGeom prst="roundRect">
            <a:avLst>
              <a:gd name="adj" fmla="val 33333"/>
            </a:avLst>
          </a:prstGeom>
          <a:solidFill>
            <a:schemeClr val="accent6">
              <a:lumMod val="60000"/>
              <a:lumOff val="40000"/>
            </a:schemeClr>
          </a:solidFill>
          <a:ln w="0">
            <a:solidFill>
              <a:srgbClr val="00A37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card-values-1">
            <a:extLst>
              <a:ext uri="{FF2B5EF4-FFF2-40B4-BE49-F238E27FC236}">
                <a16:creationId xmlns:a16="http://schemas.microsoft.com/office/drawing/2014/main" id="{9ED0ACBA-C680-EB71-E516-55E6471FDD88}"/>
              </a:ext>
            </a:extLst>
          </p:cNvPr>
          <p:cNvSpPr>
            <a:spLocks noGrp="1"/>
          </p:cNvSpPr>
          <p:nvPr/>
        </p:nvSpPr>
        <p:spPr>
          <a:xfrm>
            <a:off x="1393317" y="3677412"/>
            <a:ext cx="4242816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713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1100" b="1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Previous Hour/ Hour taken by AI: 5</a:t>
            </a:r>
            <a:r>
              <a:rPr sz="1100" b="1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h / </a:t>
            </a:r>
            <a:r>
              <a:rPr lang="en-US" sz="1100" b="1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2h </a:t>
            </a:r>
            <a:br>
              <a:rPr lang="en-US" sz="1100" b="1" dirty="0">
                <a:solidFill>
                  <a:srgbClr val="17324D"/>
                </a:solidFill>
                <a:latin typeface="Aptos"/>
                <a:ea typeface="Aptos"/>
                <a:cs typeface="Aptos"/>
              </a:rPr>
            </a:br>
            <a:r>
              <a:rPr lang="en-US" sz="1100" b="1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60</a:t>
            </a:r>
            <a:r>
              <a:rPr sz="1100" b="1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% less</a:t>
            </a:r>
          </a:p>
        </p:txBody>
      </p:sp>
      <p:sp>
        <p:nvSpPr>
          <p:cNvPr id="31" name="card-ai-label-2">
            <a:extLst>
              <a:ext uri="{FF2B5EF4-FFF2-40B4-BE49-F238E27FC236}">
                <a16:creationId xmlns:a16="http://schemas.microsoft.com/office/drawing/2014/main" id="{789C7154-8BEA-7FDA-8A63-EDE3C7031C19}"/>
              </a:ext>
            </a:extLst>
          </p:cNvPr>
          <p:cNvSpPr>
            <a:spLocks noGrp="1"/>
          </p:cNvSpPr>
          <p:nvPr/>
        </p:nvSpPr>
        <p:spPr>
          <a:xfrm>
            <a:off x="6537960" y="3449955"/>
            <a:ext cx="209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713" b="1">
                <a:solidFill>
                  <a:srgbClr val="00A376"/>
                </a:solidFill>
                <a:latin typeface="Aptos"/>
                <a:ea typeface="Aptos"/>
                <a:cs typeface="Aptos"/>
              </a:defRPr>
            </a:pPr>
            <a:r>
              <a:rPr sz="713" b="1" dirty="0">
                <a:solidFill>
                  <a:srgbClr val="00A376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32" name="card-manual-track-2">
            <a:extLst>
              <a:ext uri="{FF2B5EF4-FFF2-40B4-BE49-F238E27FC236}">
                <a16:creationId xmlns:a16="http://schemas.microsoft.com/office/drawing/2014/main" id="{6C01144F-5F4D-6B0D-B956-6868F694963C}"/>
              </a:ext>
            </a:extLst>
          </p:cNvPr>
          <p:cNvSpPr>
            <a:spLocks noGrp="1"/>
          </p:cNvSpPr>
          <p:nvPr/>
        </p:nvSpPr>
        <p:spPr>
          <a:xfrm>
            <a:off x="6833235" y="3230880"/>
            <a:ext cx="3333750" cy="114300"/>
          </a:xfrm>
          <a:prstGeom prst="roundRect">
            <a:avLst>
              <a:gd name="adj" fmla="val 33333"/>
            </a:avLst>
          </a:prstGeom>
          <a:solidFill>
            <a:srgbClr val="E6EFEC"/>
          </a:solidFill>
          <a:ln w="0">
            <a:solidFill>
              <a:srgbClr val="E6EF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card-ai-track-2">
            <a:extLst>
              <a:ext uri="{FF2B5EF4-FFF2-40B4-BE49-F238E27FC236}">
                <a16:creationId xmlns:a16="http://schemas.microsoft.com/office/drawing/2014/main" id="{600DB2F0-F37C-CC2E-2448-6141707C55BD}"/>
              </a:ext>
            </a:extLst>
          </p:cNvPr>
          <p:cNvSpPr>
            <a:spLocks noGrp="1"/>
          </p:cNvSpPr>
          <p:nvPr/>
        </p:nvSpPr>
        <p:spPr>
          <a:xfrm>
            <a:off x="6833235" y="3469005"/>
            <a:ext cx="3333750" cy="114300"/>
          </a:xfrm>
          <a:prstGeom prst="roundRect">
            <a:avLst>
              <a:gd name="adj" fmla="val 33333"/>
            </a:avLst>
          </a:prstGeom>
          <a:solidFill>
            <a:srgbClr val="E6EFEC"/>
          </a:solidFill>
          <a:ln w="0">
            <a:solidFill>
              <a:srgbClr val="E6EF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card-manual-bar-2">
            <a:extLst>
              <a:ext uri="{FF2B5EF4-FFF2-40B4-BE49-F238E27FC236}">
                <a16:creationId xmlns:a16="http://schemas.microsoft.com/office/drawing/2014/main" id="{4BF79C59-5406-CD35-EA6F-4BA6A40E9BF8}"/>
              </a:ext>
            </a:extLst>
          </p:cNvPr>
          <p:cNvSpPr>
            <a:spLocks noGrp="1"/>
          </p:cNvSpPr>
          <p:nvPr/>
        </p:nvSpPr>
        <p:spPr>
          <a:xfrm>
            <a:off x="6833235" y="3230880"/>
            <a:ext cx="3333750" cy="114300"/>
          </a:xfrm>
          <a:prstGeom prst="roundRect">
            <a:avLst>
              <a:gd name="adj" fmla="val 33333"/>
            </a:avLst>
          </a:prstGeom>
          <a:solidFill>
            <a:srgbClr val="2F6B9A"/>
          </a:solidFill>
          <a:ln w="0">
            <a:solidFill>
              <a:srgbClr val="2F6B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card-ai-bar-2">
            <a:extLst>
              <a:ext uri="{FF2B5EF4-FFF2-40B4-BE49-F238E27FC236}">
                <a16:creationId xmlns:a16="http://schemas.microsoft.com/office/drawing/2014/main" id="{E54F255F-1062-D49F-0E45-55E5A3080AA9}"/>
              </a:ext>
            </a:extLst>
          </p:cNvPr>
          <p:cNvSpPr>
            <a:spLocks noGrp="1"/>
          </p:cNvSpPr>
          <p:nvPr/>
        </p:nvSpPr>
        <p:spPr>
          <a:xfrm>
            <a:off x="6833235" y="3469005"/>
            <a:ext cx="1270635" cy="114300"/>
          </a:xfrm>
          <a:prstGeom prst="roundRect">
            <a:avLst>
              <a:gd name="adj" fmla="val 33333"/>
            </a:avLst>
          </a:prstGeom>
          <a:solidFill>
            <a:schemeClr val="accent6">
              <a:lumMod val="60000"/>
              <a:lumOff val="40000"/>
            </a:schemeClr>
          </a:solidFill>
          <a:ln w="0">
            <a:solidFill>
              <a:srgbClr val="00A37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card-ai-label-3">
            <a:extLst>
              <a:ext uri="{FF2B5EF4-FFF2-40B4-BE49-F238E27FC236}">
                <a16:creationId xmlns:a16="http://schemas.microsoft.com/office/drawing/2014/main" id="{4A2F01A3-404B-6527-B153-1F653E9CBAE7}"/>
              </a:ext>
            </a:extLst>
          </p:cNvPr>
          <p:cNvSpPr>
            <a:spLocks noGrp="1"/>
          </p:cNvSpPr>
          <p:nvPr/>
        </p:nvSpPr>
        <p:spPr>
          <a:xfrm>
            <a:off x="777240" y="5735955"/>
            <a:ext cx="209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713" b="1">
                <a:solidFill>
                  <a:srgbClr val="00A37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00A376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39" name="card-manual-track-3">
            <a:extLst>
              <a:ext uri="{FF2B5EF4-FFF2-40B4-BE49-F238E27FC236}">
                <a16:creationId xmlns:a16="http://schemas.microsoft.com/office/drawing/2014/main" id="{9103D90E-49ED-23A9-BC48-914445A5E342}"/>
              </a:ext>
            </a:extLst>
          </p:cNvPr>
          <p:cNvSpPr>
            <a:spLocks noGrp="1"/>
          </p:cNvSpPr>
          <p:nvPr/>
        </p:nvSpPr>
        <p:spPr>
          <a:xfrm>
            <a:off x="1072515" y="5516880"/>
            <a:ext cx="3333750" cy="114300"/>
          </a:xfrm>
          <a:prstGeom prst="roundRect">
            <a:avLst>
              <a:gd name="adj" fmla="val 33333"/>
            </a:avLst>
          </a:prstGeom>
          <a:solidFill>
            <a:srgbClr val="E6EFEC"/>
          </a:solidFill>
          <a:ln w="0">
            <a:solidFill>
              <a:srgbClr val="E6EF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card-ai-track-3">
            <a:extLst>
              <a:ext uri="{FF2B5EF4-FFF2-40B4-BE49-F238E27FC236}">
                <a16:creationId xmlns:a16="http://schemas.microsoft.com/office/drawing/2014/main" id="{6A20F7BA-65B9-3DF4-CDFE-1E31AD6D73DB}"/>
              </a:ext>
            </a:extLst>
          </p:cNvPr>
          <p:cNvSpPr>
            <a:spLocks noGrp="1"/>
          </p:cNvSpPr>
          <p:nvPr/>
        </p:nvSpPr>
        <p:spPr>
          <a:xfrm>
            <a:off x="1072515" y="5755005"/>
            <a:ext cx="3333750" cy="114300"/>
          </a:xfrm>
          <a:prstGeom prst="roundRect">
            <a:avLst>
              <a:gd name="adj" fmla="val 33333"/>
            </a:avLst>
          </a:prstGeom>
          <a:solidFill>
            <a:srgbClr val="E6EFEC"/>
          </a:solidFill>
          <a:ln w="0">
            <a:solidFill>
              <a:srgbClr val="E6EF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card-manual-bar-3">
            <a:extLst>
              <a:ext uri="{FF2B5EF4-FFF2-40B4-BE49-F238E27FC236}">
                <a16:creationId xmlns:a16="http://schemas.microsoft.com/office/drawing/2014/main" id="{E116C047-54AC-5F71-4D49-4E5CEE64FE86}"/>
              </a:ext>
            </a:extLst>
          </p:cNvPr>
          <p:cNvSpPr>
            <a:spLocks noGrp="1"/>
          </p:cNvSpPr>
          <p:nvPr/>
        </p:nvSpPr>
        <p:spPr>
          <a:xfrm>
            <a:off x="1072515" y="5516880"/>
            <a:ext cx="1066800" cy="114300"/>
          </a:xfrm>
          <a:prstGeom prst="roundRect">
            <a:avLst>
              <a:gd name="adj" fmla="val 33333"/>
            </a:avLst>
          </a:prstGeom>
          <a:solidFill>
            <a:srgbClr val="2F6B9A"/>
          </a:solidFill>
          <a:ln w="0">
            <a:solidFill>
              <a:srgbClr val="2F6B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card-ai-bar-3">
            <a:extLst>
              <a:ext uri="{FF2B5EF4-FFF2-40B4-BE49-F238E27FC236}">
                <a16:creationId xmlns:a16="http://schemas.microsoft.com/office/drawing/2014/main" id="{F3281D1C-CCD7-5189-05EE-C04856CAC263}"/>
              </a:ext>
            </a:extLst>
          </p:cNvPr>
          <p:cNvSpPr>
            <a:spLocks noGrp="1"/>
          </p:cNvSpPr>
          <p:nvPr/>
        </p:nvSpPr>
        <p:spPr>
          <a:xfrm>
            <a:off x="1072515" y="5755005"/>
            <a:ext cx="266700" cy="114300"/>
          </a:xfrm>
          <a:prstGeom prst="roundRect">
            <a:avLst>
              <a:gd name="adj" fmla="val 33333"/>
            </a:avLst>
          </a:prstGeom>
          <a:solidFill>
            <a:schemeClr val="accent6">
              <a:lumMod val="60000"/>
              <a:lumOff val="40000"/>
            </a:schemeClr>
          </a:solidFill>
          <a:ln w="0">
            <a:solidFill>
              <a:srgbClr val="00A37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card-ai-label-4">
            <a:extLst>
              <a:ext uri="{FF2B5EF4-FFF2-40B4-BE49-F238E27FC236}">
                <a16:creationId xmlns:a16="http://schemas.microsoft.com/office/drawing/2014/main" id="{A2374053-9A8F-B11B-87D7-12120E4FE876}"/>
              </a:ext>
            </a:extLst>
          </p:cNvPr>
          <p:cNvSpPr>
            <a:spLocks noGrp="1"/>
          </p:cNvSpPr>
          <p:nvPr/>
        </p:nvSpPr>
        <p:spPr>
          <a:xfrm>
            <a:off x="6537960" y="5735955"/>
            <a:ext cx="209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713" b="1">
                <a:solidFill>
                  <a:srgbClr val="00A37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00A376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46" name="card-manual-track-4">
            <a:extLst>
              <a:ext uri="{FF2B5EF4-FFF2-40B4-BE49-F238E27FC236}">
                <a16:creationId xmlns:a16="http://schemas.microsoft.com/office/drawing/2014/main" id="{481B92AE-9FA8-9EA4-1A5B-2190C0D7FBF6}"/>
              </a:ext>
            </a:extLst>
          </p:cNvPr>
          <p:cNvSpPr>
            <a:spLocks noGrp="1"/>
          </p:cNvSpPr>
          <p:nvPr/>
        </p:nvSpPr>
        <p:spPr>
          <a:xfrm>
            <a:off x="6833235" y="5516880"/>
            <a:ext cx="3333750" cy="114300"/>
          </a:xfrm>
          <a:prstGeom prst="roundRect">
            <a:avLst>
              <a:gd name="adj" fmla="val 33333"/>
            </a:avLst>
          </a:prstGeom>
          <a:solidFill>
            <a:srgbClr val="E6EFEC"/>
          </a:solidFill>
          <a:ln w="0">
            <a:solidFill>
              <a:srgbClr val="E6EF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card-ai-track-4">
            <a:extLst>
              <a:ext uri="{FF2B5EF4-FFF2-40B4-BE49-F238E27FC236}">
                <a16:creationId xmlns:a16="http://schemas.microsoft.com/office/drawing/2014/main" id="{292FEA29-0A1B-A6F2-0E86-871AAA54D039}"/>
              </a:ext>
            </a:extLst>
          </p:cNvPr>
          <p:cNvSpPr>
            <a:spLocks noGrp="1"/>
          </p:cNvSpPr>
          <p:nvPr/>
        </p:nvSpPr>
        <p:spPr>
          <a:xfrm>
            <a:off x="6833235" y="5755005"/>
            <a:ext cx="3333750" cy="114300"/>
          </a:xfrm>
          <a:prstGeom prst="roundRect">
            <a:avLst>
              <a:gd name="adj" fmla="val 33333"/>
            </a:avLst>
          </a:prstGeom>
          <a:solidFill>
            <a:srgbClr val="E6EFEC"/>
          </a:solidFill>
          <a:ln w="0">
            <a:solidFill>
              <a:srgbClr val="E6EF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card-manual-bar-4">
            <a:extLst>
              <a:ext uri="{FF2B5EF4-FFF2-40B4-BE49-F238E27FC236}">
                <a16:creationId xmlns:a16="http://schemas.microsoft.com/office/drawing/2014/main" id="{181E0586-579D-8615-BB7F-B70BE023A496}"/>
              </a:ext>
            </a:extLst>
          </p:cNvPr>
          <p:cNvSpPr>
            <a:spLocks noGrp="1"/>
          </p:cNvSpPr>
          <p:nvPr/>
        </p:nvSpPr>
        <p:spPr>
          <a:xfrm>
            <a:off x="6833235" y="5516880"/>
            <a:ext cx="1066800" cy="114300"/>
          </a:xfrm>
          <a:prstGeom prst="roundRect">
            <a:avLst>
              <a:gd name="adj" fmla="val 33333"/>
            </a:avLst>
          </a:prstGeom>
          <a:solidFill>
            <a:srgbClr val="2F6B9A"/>
          </a:solidFill>
          <a:ln w="0">
            <a:solidFill>
              <a:srgbClr val="2F6B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card-ai-bar-4">
            <a:extLst>
              <a:ext uri="{FF2B5EF4-FFF2-40B4-BE49-F238E27FC236}">
                <a16:creationId xmlns:a16="http://schemas.microsoft.com/office/drawing/2014/main" id="{EF2B8E2F-E37B-D4D5-A6CF-573507DF627B}"/>
              </a:ext>
            </a:extLst>
          </p:cNvPr>
          <p:cNvSpPr>
            <a:spLocks noGrp="1"/>
          </p:cNvSpPr>
          <p:nvPr/>
        </p:nvSpPr>
        <p:spPr>
          <a:xfrm>
            <a:off x="6833235" y="5755005"/>
            <a:ext cx="266700" cy="114300"/>
          </a:xfrm>
          <a:prstGeom prst="roundRect">
            <a:avLst>
              <a:gd name="adj" fmla="val 33333"/>
            </a:avLst>
          </a:prstGeom>
          <a:solidFill>
            <a:schemeClr val="accent6">
              <a:lumMod val="60000"/>
              <a:lumOff val="40000"/>
            </a:schemeClr>
          </a:solidFill>
          <a:ln w="0">
            <a:solidFill>
              <a:srgbClr val="00A37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card-values-1">
            <a:extLst>
              <a:ext uri="{FF2B5EF4-FFF2-40B4-BE49-F238E27FC236}">
                <a16:creationId xmlns:a16="http://schemas.microsoft.com/office/drawing/2014/main" id="{B8170C29-84C6-6E5B-4FF4-426F2729F901}"/>
              </a:ext>
            </a:extLst>
          </p:cNvPr>
          <p:cNvSpPr>
            <a:spLocks noGrp="1"/>
          </p:cNvSpPr>
          <p:nvPr/>
        </p:nvSpPr>
        <p:spPr>
          <a:xfrm>
            <a:off x="7278624" y="3658552"/>
            <a:ext cx="4242816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713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1100" b="1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Previous Hour/ Hour taken by AI : 25</a:t>
            </a:r>
            <a:r>
              <a:rPr sz="1100" b="1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h / </a:t>
            </a:r>
            <a:r>
              <a:rPr lang="en-US" sz="1100" b="1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10h </a:t>
            </a:r>
            <a:br>
              <a:rPr lang="en-US" sz="1100" b="1" dirty="0">
                <a:solidFill>
                  <a:srgbClr val="17324D"/>
                </a:solidFill>
                <a:latin typeface="Aptos"/>
                <a:ea typeface="Aptos"/>
                <a:cs typeface="Aptos"/>
              </a:rPr>
            </a:br>
            <a:r>
              <a:rPr lang="en-US" sz="1100" b="1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60</a:t>
            </a:r>
            <a:r>
              <a:rPr sz="1100" b="1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% less</a:t>
            </a:r>
          </a:p>
        </p:txBody>
      </p:sp>
      <p:sp>
        <p:nvSpPr>
          <p:cNvPr id="55" name="card-values-1">
            <a:extLst>
              <a:ext uri="{FF2B5EF4-FFF2-40B4-BE49-F238E27FC236}">
                <a16:creationId xmlns:a16="http://schemas.microsoft.com/office/drawing/2014/main" id="{9FE871E3-83C6-AB0C-661C-5C6B71F767F5}"/>
              </a:ext>
            </a:extLst>
          </p:cNvPr>
          <p:cNvSpPr>
            <a:spLocks noGrp="1"/>
          </p:cNvSpPr>
          <p:nvPr/>
        </p:nvSpPr>
        <p:spPr>
          <a:xfrm>
            <a:off x="1517904" y="5986463"/>
            <a:ext cx="4242816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713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1100" b="1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Previous Hour/ Hour taken by AI : 8</a:t>
            </a:r>
            <a:r>
              <a:rPr sz="1100" b="1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h / </a:t>
            </a:r>
            <a:r>
              <a:rPr lang="en-US" sz="1100" b="1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1.5h </a:t>
            </a:r>
            <a:br>
              <a:rPr lang="en-US" sz="1100" b="1" dirty="0">
                <a:solidFill>
                  <a:srgbClr val="17324D"/>
                </a:solidFill>
                <a:latin typeface="Aptos"/>
                <a:ea typeface="Aptos"/>
                <a:cs typeface="Aptos"/>
              </a:rPr>
            </a:br>
            <a:r>
              <a:rPr lang="en-US" sz="1100" b="1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81</a:t>
            </a:r>
            <a:r>
              <a:rPr sz="1100" b="1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% less</a:t>
            </a:r>
          </a:p>
        </p:txBody>
      </p:sp>
      <p:sp>
        <p:nvSpPr>
          <p:cNvPr id="57" name="card-values-1">
            <a:extLst>
              <a:ext uri="{FF2B5EF4-FFF2-40B4-BE49-F238E27FC236}">
                <a16:creationId xmlns:a16="http://schemas.microsoft.com/office/drawing/2014/main" id="{02D14F2D-44EE-275D-8817-EE099469C1D8}"/>
              </a:ext>
            </a:extLst>
          </p:cNvPr>
          <p:cNvSpPr>
            <a:spLocks noGrp="1"/>
          </p:cNvSpPr>
          <p:nvPr/>
        </p:nvSpPr>
        <p:spPr>
          <a:xfrm>
            <a:off x="7317105" y="5960174"/>
            <a:ext cx="4242816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713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1100" b="1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Previous Hour/ Hour taken by AI : 2</a:t>
            </a:r>
            <a:r>
              <a:rPr sz="1100" b="1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h / </a:t>
            </a:r>
            <a:r>
              <a:rPr lang="en-US" sz="1100" b="1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20 Min </a:t>
            </a:r>
            <a:br>
              <a:rPr lang="en-US" sz="1100" b="1" dirty="0">
                <a:solidFill>
                  <a:srgbClr val="17324D"/>
                </a:solidFill>
                <a:latin typeface="Aptos"/>
                <a:ea typeface="Aptos"/>
                <a:cs typeface="Aptos"/>
              </a:rPr>
            </a:br>
            <a:r>
              <a:rPr lang="en-US" sz="1100" b="1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83</a:t>
            </a:r>
            <a:r>
              <a:rPr sz="1100" b="1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% less</a:t>
            </a:r>
          </a:p>
        </p:txBody>
      </p:sp>
      <p:sp>
        <p:nvSpPr>
          <p:cNvPr id="36" name="card-manual-label-1">
            <a:extLst>
              <a:ext uri="{FF2B5EF4-FFF2-40B4-BE49-F238E27FC236}">
                <a16:creationId xmlns:a16="http://schemas.microsoft.com/office/drawing/2014/main" id="{127D839B-2A7E-6234-BB18-5102CFA8DE4A}"/>
              </a:ext>
            </a:extLst>
          </p:cNvPr>
          <p:cNvSpPr>
            <a:spLocks noGrp="1"/>
          </p:cNvSpPr>
          <p:nvPr/>
        </p:nvSpPr>
        <p:spPr>
          <a:xfrm>
            <a:off x="676656" y="5507355"/>
            <a:ext cx="29527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5000" lnSpcReduction="10000"/>
          </a:bodyPr>
          <a:lstStyle/>
          <a:p>
            <a:pPr algn="ctr">
              <a:lnSpc>
                <a:spcPct val="105000"/>
              </a:lnSpc>
              <a:buNone/>
              <a:defRPr sz="713" b="1">
                <a:solidFill>
                  <a:srgbClr val="2F6B9A"/>
                </a:solidFill>
                <a:latin typeface="Aptos"/>
                <a:ea typeface="Aptos"/>
                <a:cs typeface="Aptos"/>
              </a:defRPr>
            </a:pPr>
            <a:r>
              <a:rPr sz="713" b="1" dirty="0">
                <a:solidFill>
                  <a:srgbClr val="2F6B9A"/>
                </a:solidFill>
                <a:latin typeface="Aptos"/>
                <a:ea typeface="Aptos"/>
                <a:cs typeface="Aptos"/>
              </a:rPr>
              <a:t>M</a:t>
            </a:r>
            <a:r>
              <a:rPr lang="en-US" sz="713" b="1" dirty="0">
                <a:solidFill>
                  <a:srgbClr val="2F6B9A"/>
                </a:solidFill>
                <a:latin typeface="Aptos"/>
                <a:ea typeface="Aptos"/>
                <a:cs typeface="Aptos"/>
              </a:rPr>
              <a:t>anual</a:t>
            </a:r>
          </a:p>
        </p:txBody>
      </p:sp>
      <p:sp>
        <p:nvSpPr>
          <p:cNvPr id="50" name="card-manual-label-1">
            <a:extLst>
              <a:ext uri="{FF2B5EF4-FFF2-40B4-BE49-F238E27FC236}">
                <a16:creationId xmlns:a16="http://schemas.microsoft.com/office/drawing/2014/main" id="{1F4AA4D8-4E53-1A8F-B07E-EFF1D3D6D163}"/>
              </a:ext>
            </a:extLst>
          </p:cNvPr>
          <p:cNvSpPr>
            <a:spLocks noGrp="1"/>
          </p:cNvSpPr>
          <p:nvPr/>
        </p:nvSpPr>
        <p:spPr>
          <a:xfrm>
            <a:off x="6437376" y="3240532"/>
            <a:ext cx="29527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5000" lnSpcReduction="10000"/>
          </a:bodyPr>
          <a:lstStyle/>
          <a:p>
            <a:pPr algn="ctr">
              <a:lnSpc>
                <a:spcPct val="105000"/>
              </a:lnSpc>
              <a:buNone/>
              <a:defRPr sz="713" b="1">
                <a:solidFill>
                  <a:srgbClr val="2F6B9A"/>
                </a:solidFill>
                <a:latin typeface="Aptos"/>
                <a:ea typeface="Aptos"/>
                <a:cs typeface="Aptos"/>
              </a:defRPr>
            </a:pPr>
            <a:r>
              <a:rPr sz="713" b="1" dirty="0">
                <a:solidFill>
                  <a:srgbClr val="2F6B9A"/>
                </a:solidFill>
                <a:latin typeface="Aptos"/>
                <a:ea typeface="Aptos"/>
                <a:cs typeface="Aptos"/>
              </a:rPr>
              <a:t>M</a:t>
            </a:r>
            <a:r>
              <a:rPr lang="en-US" sz="713" b="1" dirty="0">
                <a:solidFill>
                  <a:srgbClr val="2F6B9A"/>
                </a:solidFill>
                <a:latin typeface="Aptos"/>
                <a:ea typeface="Aptos"/>
                <a:cs typeface="Aptos"/>
              </a:rPr>
              <a:t>anual</a:t>
            </a:r>
          </a:p>
        </p:txBody>
      </p:sp>
      <p:sp>
        <p:nvSpPr>
          <p:cNvPr id="52" name="card-manual-label-1">
            <a:extLst>
              <a:ext uri="{FF2B5EF4-FFF2-40B4-BE49-F238E27FC236}">
                <a16:creationId xmlns:a16="http://schemas.microsoft.com/office/drawing/2014/main" id="{B4FAFB8F-D486-CCD6-F7C7-45AEBE444E01}"/>
              </a:ext>
            </a:extLst>
          </p:cNvPr>
          <p:cNvSpPr>
            <a:spLocks noGrp="1"/>
          </p:cNvSpPr>
          <p:nvPr/>
        </p:nvSpPr>
        <p:spPr>
          <a:xfrm>
            <a:off x="6452235" y="5551138"/>
            <a:ext cx="29527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5000" lnSpcReduction="10000"/>
          </a:bodyPr>
          <a:lstStyle/>
          <a:p>
            <a:pPr algn="ctr">
              <a:lnSpc>
                <a:spcPct val="105000"/>
              </a:lnSpc>
              <a:buNone/>
              <a:defRPr sz="713" b="1">
                <a:solidFill>
                  <a:srgbClr val="2F6B9A"/>
                </a:solidFill>
                <a:latin typeface="Aptos"/>
                <a:ea typeface="Aptos"/>
                <a:cs typeface="Aptos"/>
              </a:defRPr>
            </a:pPr>
            <a:r>
              <a:rPr sz="713" b="1" dirty="0">
                <a:solidFill>
                  <a:srgbClr val="2F6B9A"/>
                </a:solidFill>
                <a:latin typeface="Aptos"/>
                <a:ea typeface="Aptos"/>
                <a:cs typeface="Aptos"/>
              </a:rPr>
              <a:t>M</a:t>
            </a:r>
            <a:r>
              <a:rPr lang="en-US" sz="713" b="1" dirty="0">
                <a:solidFill>
                  <a:srgbClr val="2F6B9A"/>
                </a:solidFill>
                <a:latin typeface="Aptos"/>
                <a:ea typeface="Aptos"/>
                <a:cs typeface="Aptos"/>
              </a:rPr>
              <a:t>anual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ECB35D4-9191-C565-B480-E497F5ACDE0A}"/>
              </a:ext>
            </a:extLst>
          </p:cNvPr>
          <p:cNvSpPr txBox="1"/>
          <p:nvPr/>
        </p:nvSpPr>
        <p:spPr>
          <a:xfrm>
            <a:off x="10166985" y="5438691"/>
            <a:ext cx="91723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2 hour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B6E7700-EB3C-7A4A-1833-1CB2E2CCBE1A}"/>
              </a:ext>
            </a:extLst>
          </p:cNvPr>
          <p:cNvSpPr txBox="1"/>
          <p:nvPr/>
        </p:nvSpPr>
        <p:spPr>
          <a:xfrm>
            <a:off x="10166984" y="5683175"/>
            <a:ext cx="91723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20 minutes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DADC96F-F3DE-3766-7615-D0150CF27391}"/>
              </a:ext>
            </a:extLst>
          </p:cNvPr>
          <p:cNvSpPr txBox="1"/>
          <p:nvPr/>
        </p:nvSpPr>
        <p:spPr>
          <a:xfrm>
            <a:off x="10202246" y="3177159"/>
            <a:ext cx="91723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25 hour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DA17738-0970-CE81-0C69-8ED656DB888F}"/>
              </a:ext>
            </a:extLst>
          </p:cNvPr>
          <p:cNvSpPr txBox="1"/>
          <p:nvPr/>
        </p:nvSpPr>
        <p:spPr>
          <a:xfrm>
            <a:off x="10166983" y="3395492"/>
            <a:ext cx="91723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10 hour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BB521AA-2759-2A69-21F7-14A88AD439A5}"/>
              </a:ext>
            </a:extLst>
          </p:cNvPr>
          <p:cNvSpPr txBox="1"/>
          <p:nvPr/>
        </p:nvSpPr>
        <p:spPr>
          <a:xfrm>
            <a:off x="4406264" y="5692436"/>
            <a:ext cx="91723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1.5 hour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9D66BCA-6C98-A34A-C9CD-57450F61560D}"/>
              </a:ext>
            </a:extLst>
          </p:cNvPr>
          <p:cNvSpPr txBox="1"/>
          <p:nvPr/>
        </p:nvSpPr>
        <p:spPr>
          <a:xfrm>
            <a:off x="4408654" y="5461826"/>
            <a:ext cx="91723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8 hour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6C78B26-5967-AED0-06FF-EC94B28902A8}"/>
              </a:ext>
            </a:extLst>
          </p:cNvPr>
          <p:cNvSpPr txBox="1"/>
          <p:nvPr/>
        </p:nvSpPr>
        <p:spPr>
          <a:xfrm>
            <a:off x="4479348" y="3156225"/>
            <a:ext cx="91723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5 hour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95120B9-158F-76BE-52F5-E8CC90456F56}"/>
              </a:ext>
            </a:extLst>
          </p:cNvPr>
          <p:cNvSpPr txBox="1"/>
          <p:nvPr/>
        </p:nvSpPr>
        <p:spPr>
          <a:xfrm>
            <a:off x="4454756" y="3375300"/>
            <a:ext cx="91723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2 hour</a:t>
            </a:r>
          </a:p>
        </p:txBody>
      </p:sp>
    </p:spTree>
    <p:extLst>
      <p:ext uri="{BB962C8B-B14F-4D97-AF65-F5344CB8AC3E}">
        <p14:creationId xmlns:p14="http://schemas.microsoft.com/office/powerpoint/2010/main" val="3931458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6BC5AE-60D5-4B6D-BA73-AF7DA2E21D1D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4F817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4F817B"/>
                </a:solidFill>
                <a:latin typeface="Aptos"/>
                <a:ea typeface="Aptos"/>
                <a:cs typeface="Aptos"/>
              </a:rPr>
              <a:t>WHERE AI CONTRIBUTED  •  2 OF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15F2DA-CC04-45AA-A82D-80C6FC4E99EA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0515600" cy="7048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lnSpc>
                <a:spcPct val="105000"/>
              </a:lnSpc>
              <a:defRPr sz="28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3200" b="1" dirty="0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What AI did in each QA activity (continued)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EFC0841-DC83-4B00-A278-62E765D75F5B}"/>
              </a:ext>
            </a:extLst>
          </p:cNvPr>
          <p:cNvSpPr>
            <a:spLocks noGrp="1"/>
          </p:cNvSpPr>
          <p:nvPr/>
        </p:nvSpPr>
        <p:spPr>
          <a:xfrm>
            <a:off x="502920" y="1691640"/>
            <a:ext cx="11155680" cy="128016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6E3D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98D06D-0D63-4E64-BB7C-BEDC3274F2A8}"/>
              </a:ext>
            </a:extLst>
          </p:cNvPr>
          <p:cNvSpPr>
            <a:spLocks noGrp="1"/>
          </p:cNvSpPr>
          <p:nvPr/>
        </p:nvSpPr>
        <p:spPr>
          <a:xfrm>
            <a:off x="502920" y="1691640"/>
            <a:ext cx="73152" cy="1280160"/>
          </a:xfrm>
          <a:prstGeom prst="rect">
            <a:avLst/>
          </a:prstGeom>
          <a:solidFill>
            <a:srgbClr val="00A376"/>
          </a:solidFill>
          <a:ln w="0">
            <a:solidFill>
              <a:srgbClr val="00A37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AD2686-6C18-4876-9CBF-24BB3138EE49}"/>
              </a:ext>
            </a:extLst>
          </p:cNvPr>
          <p:cNvSpPr>
            <a:spLocks noGrp="1"/>
          </p:cNvSpPr>
          <p:nvPr/>
        </p:nvSpPr>
        <p:spPr>
          <a:xfrm>
            <a:off x="777240" y="182880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 dirty="0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5  </a:t>
            </a:r>
            <a:r>
              <a:rPr lang="en-US" sz="1500" b="1" dirty="0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Root cause analysis of defect</a:t>
            </a:r>
            <a:endParaRPr sz="1500" b="1" i="0" dirty="0">
              <a:solidFill>
                <a:srgbClr val="17324D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544717-913E-4416-98FC-04CCC6BDB9DA}"/>
              </a:ext>
            </a:extLst>
          </p:cNvPr>
          <p:cNvSpPr>
            <a:spLocks noGrp="1"/>
          </p:cNvSpPr>
          <p:nvPr/>
        </p:nvSpPr>
        <p:spPr>
          <a:xfrm>
            <a:off x="777240" y="2221992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buNone/>
              <a:defRPr sz="1163" b="0">
                <a:solidFill>
                  <a:srgbClr val="435466"/>
                </a:solidFill>
                <a:latin typeface="Aptos"/>
                <a:ea typeface="Aptos"/>
                <a:cs typeface="Aptos"/>
              </a:defRPr>
            </a:pPr>
            <a:r>
              <a:rPr sz="1163" b="0" dirty="0">
                <a:solidFill>
                  <a:srgbClr val="435466"/>
                </a:solidFill>
                <a:latin typeface="Aptos"/>
                <a:ea typeface="Aptos"/>
                <a:cs typeface="Aptos"/>
              </a:rPr>
              <a:t>• </a:t>
            </a:r>
            <a:r>
              <a:rPr lang="en-US" sz="1163" b="0" dirty="0">
                <a:solidFill>
                  <a:srgbClr val="435466"/>
                </a:solidFill>
                <a:latin typeface="Aptos"/>
                <a:ea typeface="Aptos"/>
                <a:cs typeface="Aptos"/>
              </a:rPr>
              <a:t>Found out root cause of a defect and suggest proper solution for resolving defect </a:t>
            </a:r>
            <a:endParaRPr sz="1163" b="0" dirty="0">
              <a:solidFill>
                <a:srgbClr val="43546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47CF07A-AFD5-4066-90F6-29FF2D033123}"/>
              </a:ext>
            </a:extLst>
          </p:cNvPr>
          <p:cNvSpPr>
            <a:spLocks noGrp="1"/>
          </p:cNvSpPr>
          <p:nvPr/>
        </p:nvSpPr>
        <p:spPr>
          <a:xfrm>
            <a:off x="502920" y="3200400"/>
            <a:ext cx="11155680" cy="128016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6E3D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ED5DB6-D92B-4294-A528-C9A748A73C28}"/>
              </a:ext>
            </a:extLst>
          </p:cNvPr>
          <p:cNvSpPr>
            <a:spLocks noGrp="1"/>
          </p:cNvSpPr>
          <p:nvPr/>
        </p:nvSpPr>
        <p:spPr>
          <a:xfrm>
            <a:off x="502920" y="3200400"/>
            <a:ext cx="73152" cy="1280160"/>
          </a:xfrm>
          <a:prstGeom prst="rect">
            <a:avLst/>
          </a:prstGeom>
          <a:solidFill>
            <a:srgbClr val="00A376"/>
          </a:solidFill>
          <a:ln w="0">
            <a:solidFill>
              <a:srgbClr val="00A37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D884AE-0F9D-4E4A-9167-660DBCADC424}"/>
              </a:ext>
            </a:extLst>
          </p:cNvPr>
          <p:cNvSpPr>
            <a:spLocks noGrp="1"/>
          </p:cNvSpPr>
          <p:nvPr/>
        </p:nvSpPr>
        <p:spPr>
          <a:xfrm>
            <a:off x="777240" y="333756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6  UI automation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0A0931-F78D-41D2-87E6-3E7574DD150E}"/>
              </a:ext>
            </a:extLst>
          </p:cNvPr>
          <p:cNvSpPr>
            <a:spLocks noGrp="1"/>
          </p:cNvSpPr>
          <p:nvPr/>
        </p:nvSpPr>
        <p:spPr>
          <a:xfrm>
            <a:off x="777240" y="3730752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buNone/>
              <a:defRPr sz="1163" b="0">
                <a:solidFill>
                  <a:srgbClr val="435466"/>
                </a:solidFill>
                <a:latin typeface="Aptos"/>
                <a:ea typeface="Aptos"/>
                <a:cs typeface="Aptos"/>
              </a:defRPr>
            </a:pPr>
            <a:r>
              <a:rPr sz="1163" b="0" dirty="0">
                <a:solidFill>
                  <a:srgbClr val="435466"/>
                </a:solidFill>
                <a:latin typeface="Aptos"/>
                <a:ea typeface="Aptos"/>
                <a:cs typeface="Aptos"/>
              </a:rPr>
              <a:t>• Explored the application and generated UI automation scripts.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  <a:buNone/>
              <a:defRPr sz="1163" b="0">
                <a:solidFill>
                  <a:srgbClr val="435466"/>
                </a:solidFill>
                <a:latin typeface="Aptos"/>
                <a:ea typeface="Aptos"/>
                <a:cs typeface="Aptos"/>
              </a:defRPr>
            </a:pPr>
            <a:r>
              <a:rPr sz="1163" b="0" dirty="0">
                <a:solidFill>
                  <a:srgbClr val="435466"/>
                </a:solidFill>
                <a:latin typeface="Aptos"/>
                <a:ea typeface="Aptos"/>
                <a:cs typeface="Aptos"/>
              </a:rPr>
              <a:t>• Built a Playwright + Python framework for repeatable execution and validation.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19D51B2-8C27-4B28-8E4C-54892055E6D5}"/>
              </a:ext>
            </a:extLst>
          </p:cNvPr>
          <p:cNvSpPr>
            <a:spLocks noGrp="1"/>
          </p:cNvSpPr>
          <p:nvPr/>
        </p:nvSpPr>
        <p:spPr>
          <a:xfrm>
            <a:off x="502920" y="4709160"/>
            <a:ext cx="11155680" cy="193929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6E3D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lang="en-US" dirty="0"/>
              <a:t>v</a:t>
            </a:r>
            <a:endParaRPr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81D13B-0878-41E7-BEE2-E600FC3C1F0C}"/>
              </a:ext>
            </a:extLst>
          </p:cNvPr>
          <p:cNvSpPr>
            <a:spLocks noGrp="1"/>
          </p:cNvSpPr>
          <p:nvPr/>
        </p:nvSpPr>
        <p:spPr>
          <a:xfrm>
            <a:off x="502920" y="4709160"/>
            <a:ext cx="73152" cy="1828800"/>
          </a:xfrm>
          <a:prstGeom prst="rect">
            <a:avLst/>
          </a:prstGeom>
          <a:solidFill>
            <a:srgbClr val="00A376"/>
          </a:solidFill>
          <a:ln w="0">
            <a:solidFill>
              <a:srgbClr val="00A37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2BA7D8-91E0-46E1-B6BC-B5217404A752}"/>
              </a:ext>
            </a:extLst>
          </p:cNvPr>
          <p:cNvSpPr>
            <a:spLocks noGrp="1"/>
          </p:cNvSpPr>
          <p:nvPr/>
        </p:nvSpPr>
        <p:spPr>
          <a:xfrm>
            <a:off x="777240" y="484632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 dirty="0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7  BDD </a:t>
            </a:r>
            <a:r>
              <a:rPr lang="en-US" sz="1500" b="1" i="0" dirty="0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automation script</a:t>
            </a:r>
            <a:r>
              <a:rPr sz="1500" b="1" i="0" dirty="0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 generation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B1A6A5-4EBC-4697-971F-4264CF6638C9}"/>
              </a:ext>
            </a:extLst>
          </p:cNvPr>
          <p:cNvSpPr>
            <a:spLocks noGrp="1"/>
          </p:cNvSpPr>
          <p:nvPr/>
        </p:nvSpPr>
        <p:spPr>
          <a:xfrm>
            <a:off x="777240" y="5239512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buNone/>
              <a:defRPr sz="1163" b="0">
                <a:solidFill>
                  <a:srgbClr val="435466"/>
                </a:solidFill>
                <a:latin typeface="Aptos"/>
                <a:ea typeface="Aptos"/>
                <a:cs typeface="Aptos"/>
              </a:defRPr>
            </a:pPr>
            <a:r>
              <a:rPr sz="1163" b="0" dirty="0">
                <a:solidFill>
                  <a:srgbClr val="435466"/>
                </a:solidFill>
                <a:latin typeface="Aptos"/>
                <a:ea typeface="Aptos"/>
                <a:cs typeface="Aptos"/>
              </a:rPr>
              <a:t>• Generated BDD </a:t>
            </a:r>
            <a:r>
              <a:rPr lang="en-US" sz="1163" b="0" dirty="0">
                <a:solidFill>
                  <a:srgbClr val="435466"/>
                </a:solidFill>
                <a:latin typeface="Aptos"/>
                <a:ea typeface="Aptos"/>
                <a:cs typeface="Aptos"/>
              </a:rPr>
              <a:t>automation script</a:t>
            </a:r>
            <a:r>
              <a:rPr sz="1163" b="0" dirty="0">
                <a:solidFill>
                  <a:srgbClr val="435466"/>
                </a:solidFill>
                <a:latin typeface="Aptos"/>
                <a:ea typeface="Aptos"/>
                <a:cs typeface="Aptos"/>
              </a:rPr>
              <a:t> directly from requirements.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  <a:buNone/>
              <a:defRPr sz="1163" b="0">
                <a:solidFill>
                  <a:srgbClr val="435466"/>
                </a:solidFill>
                <a:latin typeface="Aptos"/>
                <a:ea typeface="Aptos"/>
                <a:cs typeface="Aptos"/>
              </a:defRPr>
            </a:pPr>
            <a:r>
              <a:rPr sz="1163" b="0" dirty="0">
                <a:solidFill>
                  <a:srgbClr val="435466"/>
                </a:solidFill>
                <a:latin typeface="Aptos"/>
                <a:ea typeface="Aptos"/>
                <a:cs typeface="Aptos"/>
              </a:rPr>
              <a:t>• Shifted manual effort toward review, accuracy and coverage validation.</a:t>
            </a:r>
            <a:endParaRPr lang="en-US" sz="1163" b="0" dirty="0">
              <a:solidFill>
                <a:srgbClr val="43546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938A18-EE86-488D-A0C1-58E0A8A10155}"/>
              </a:ext>
            </a:extLst>
          </p:cNvPr>
          <p:cNvSpPr>
            <a:spLocks noGrp="1"/>
          </p:cNvSpPr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788" b="0">
                <a:solidFill>
                  <a:srgbClr val="73808C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73808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card-manual-bar-2">
            <a:extLst>
              <a:ext uri="{FF2B5EF4-FFF2-40B4-BE49-F238E27FC236}">
                <a16:creationId xmlns:a16="http://schemas.microsoft.com/office/drawing/2014/main" id="{6AB437FA-A87C-F2D2-D4DE-57894DE3F59D}"/>
              </a:ext>
            </a:extLst>
          </p:cNvPr>
          <p:cNvSpPr>
            <a:spLocks noGrp="1"/>
          </p:cNvSpPr>
          <p:nvPr/>
        </p:nvSpPr>
        <p:spPr>
          <a:xfrm>
            <a:off x="6758559" y="5422392"/>
            <a:ext cx="3333750" cy="114300"/>
          </a:xfrm>
          <a:prstGeom prst="roundRect">
            <a:avLst>
              <a:gd name="adj" fmla="val 33333"/>
            </a:avLst>
          </a:prstGeom>
          <a:solidFill>
            <a:srgbClr val="2F6B9A"/>
          </a:solidFill>
          <a:ln w="0">
            <a:solidFill>
              <a:srgbClr val="2F6B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card-ai-track-2">
            <a:extLst>
              <a:ext uri="{FF2B5EF4-FFF2-40B4-BE49-F238E27FC236}">
                <a16:creationId xmlns:a16="http://schemas.microsoft.com/office/drawing/2014/main" id="{0B3954D7-9F24-B46E-5A7A-8F6467243A83}"/>
              </a:ext>
            </a:extLst>
          </p:cNvPr>
          <p:cNvSpPr>
            <a:spLocks noGrp="1"/>
          </p:cNvSpPr>
          <p:nvPr/>
        </p:nvSpPr>
        <p:spPr>
          <a:xfrm>
            <a:off x="6758559" y="5673852"/>
            <a:ext cx="3333750" cy="114300"/>
          </a:xfrm>
          <a:prstGeom prst="roundRect">
            <a:avLst>
              <a:gd name="adj" fmla="val 33333"/>
            </a:avLst>
          </a:prstGeom>
          <a:solidFill>
            <a:srgbClr val="E6EFEC"/>
          </a:solidFill>
          <a:ln w="0">
            <a:solidFill>
              <a:srgbClr val="E6EF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card-ai-bar-4">
            <a:extLst>
              <a:ext uri="{FF2B5EF4-FFF2-40B4-BE49-F238E27FC236}">
                <a16:creationId xmlns:a16="http://schemas.microsoft.com/office/drawing/2014/main" id="{262237D2-EB11-CBE0-45C9-10F532EA5668}"/>
              </a:ext>
            </a:extLst>
          </p:cNvPr>
          <p:cNvSpPr>
            <a:spLocks noGrp="1"/>
          </p:cNvSpPr>
          <p:nvPr/>
        </p:nvSpPr>
        <p:spPr>
          <a:xfrm>
            <a:off x="6758558" y="5673852"/>
            <a:ext cx="1141857" cy="114300"/>
          </a:xfrm>
          <a:prstGeom prst="roundRect">
            <a:avLst>
              <a:gd name="adj" fmla="val 33333"/>
            </a:avLst>
          </a:prstGeom>
          <a:solidFill>
            <a:schemeClr val="accent6">
              <a:lumMod val="60000"/>
              <a:lumOff val="40000"/>
            </a:schemeClr>
          </a:solidFill>
          <a:ln w="0">
            <a:solidFill>
              <a:srgbClr val="00A37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card-manual-label-2">
            <a:extLst>
              <a:ext uri="{FF2B5EF4-FFF2-40B4-BE49-F238E27FC236}">
                <a16:creationId xmlns:a16="http://schemas.microsoft.com/office/drawing/2014/main" id="{F1170FC7-0767-17A2-35DE-CF2E10DC8E39}"/>
              </a:ext>
            </a:extLst>
          </p:cNvPr>
          <p:cNvSpPr>
            <a:spLocks noGrp="1"/>
          </p:cNvSpPr>
          <p:nvPr/>
        </p:nvSpPr>
        <p:spPr>
          <a:xfrm>
            <a:off x="6236208" y="5379339"/>
            <a:ext cx="406527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713" b="1">
                <a:solidFill>
                  <a:srgbClr val="2F6B9A"/>
                </a:solidFill>
                <a:latin typeface="Aptos"/>
                <a:ea typeface="Aptos"/>
                <a:cs typeface="Aptos"/>
              </a:defRPr>
            </a:pPr>
            <a:r>
              <a:rPr sz="713" b="1" dirty="0">
                <a:solidFill>
                  <a:srgbClr val="2F6B9A"/>
                </a:solidFill>
                <a:latin typeface="Aptos"/>
                <a:ea typeface="Aptos"/>
                <a:cs typeface="Aptos"/>
              </a:rPr>
              <a:t>M</a:t>
            </a:r>
            <a:r>
              <a:rPr lang="en-US" sz="713" b="1" dirty="0">
                <a:solidFill>
                  <a:srgbClr val="2F6B9A"/>
                </a:solidFill>
                <a:latin typeface="Aptos"/>
                <a:ea typeface="Aptos"/>
                <a:cs typeface="Aptos"/>
              </a:rPr>
              <a:t>anual</a:t>
            </a:r>
            <a:endParaRPr sz="713" b="1" dirty="0">
              <a:solidFill>
                <a:srgbClr val="2F6B9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3" name="card-ai-label-2">
            <a:extLst>
              <a:ext uri="{FF2B5EF4-FFF2-40B4-BE49-F238E27FC236}">
                <a16:creationId xmlns:a16="http://schemas.microsoft.com/office/drawing/2014/main" id="{FE63F892-E345-2B27-5139-89D379CDAE4F}"/>
              </a:ext>
            </a:extLst>
          </p:cNvPr>
          <p:cNvSpPr>
            <a:spLocks noGrp="1"/>
          </p:cNvSpPr>
          <p:nvPr/>
        </p:nvSpPr>
        <p:spPr>
          <a:xfrm>
            <a:off x="6448425" y="5652325"/>
            <a:ext cx="209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713" b="1">
                <a:solidFill>
                  <a:srgbClr val="00A376"/>
                </a:solidFill>
                <a:latin typeface="Aptos"/>
                <a:ea typeface="Aptos"/>
                <a:cs typeface="Aptos"/>
              </a:defRPr>
            </a:pPr>
            <a:r>
              <a:rPr sz="713" b="1" dirty="0">
                <a:solidFill>
                  <a:srgbClr val="00A376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35" name="card-values-1">
            <a:extLst>
              <a:ext uri="{FF2B5EF4-FFF2-40B4-BE49-F238E27FC236}">
                <a16:creationId xmlns:a16="http://schemas.microsoft.com/office/drawing/2014/main" id="{F9FCFFC4-0C91-2005-0ED1-E9412083D01A}"/>
              </a:ext>
            </a:extLst>
          </p:cNvPr>
          <p:cNvSpPr>
            <a:spLocks noGrp="1"/>
          </p:cNvSpPr>
          <p:nvPr/>
        </p:nvSpPr>
        <p:spPr>
          <a:xfrm>
            <a:off x="7317105" y="5960174"/>
            <a:ext cx="4242816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713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1100" b="1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Previous Hour/ Hour taken by AI : 20</a:t>
            </a:r>
            <a:r>
              <a:rPr sz="1100" b="1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h / </a:t>
            </a:r>
            <a:r>
              <a:rPr lang="en-US" sz="1100" b="1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6h </a:t>
            </a:r>
            <a:br>
              <a:rPr lang="en-US" sz="1100" b="1" dirty="0">
                <a:solidFill>
                  <a:srgbClr val="17324D"/>
                </a:solidFill>
                <a:latin typeface="Aptos"/>
                <a:ea typeface="Aptos"/>
                <a:cs typeface="Aptos"/>
              </a:rPr>
            </a:br>
            <a:r>
              <a:rPr lang="en-US" sz="1100" b="1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70</a:t>
            </a:r>
            <a:r>
              <a:rPr sz="1100" b="1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% less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DFFAAC-D377-8E96-1065-6DBC92892B7F}"/>
              </a:ext>
            </a:extLst>
          </p:cNvPr>
          <p:cNvSpPr txBox="1"/>
          <p:nvPr/>
        </p:nvSpPr>
        <p:spPr>
          <a:xfrm>
            <a:off x="10066334" y="5334868"/>
            <a:ext cx="91723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20 hour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3E75D0-BD0A-EC0D-78C2-B2CB5A9A53DC}"/>
              </a:ext>
            </a:extLst>
          </p:cNvPr>
          <p:cNvSpPr txBox="1"/>
          <p:nvPr/>
        </p:nvSpPr>
        <p:spPr>
          <a:xfrm>
            <a:off x="10101281" y="5605260"/>
            <a:ext cx="91723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6 hour</a:t>
            </a:r>
          </a:p>
        </p:txBody>
      </p:sp>
    </p:spTree>
    <p:extLst>
      <p:ext uri="{BB962C8B-B14F-4D97-AF65-F5344CB8AC3E}">
        <p14:creationId xmlns:p14="http://schemas.microsoft.com/office/powerpoint/2010/main" val="124856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1D5A01-7659-4440-95D7-535B4E119EE2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4F817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4F817B"/>
                </a:solidFill>
                <a:latin typeface="Aptos"/>
                <a:ea typeface="Aptos"/>
                <a:cs typeface="Aptos"/>
              </a:rPr>
              <a:t>DELIVERY AT A GLANCE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C0BEAF-CC3D-42A6-B0D3-D82F7D01AE05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051560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 dirty="0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AI helped in regression ensuring broad coverage and traceable evidence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3990FEE-CC33-48FD-A1F2-D9B7DACC1E4E}"/>
              </a:ext>
            </a:extLst>
          </p:cNvPr>
          <p:cNvSpPr>
            <a:spLocks noGrp="1"/>
          </p:cNvSpPr>
          <p:nvPr/>
        </p:nvSpPr>
        <p:spPr>
          <a:xfrm>
            <a:off x="502920" y="1828800"/>
            <a:ext cx="2651760" cy="173736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D6E3D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3FEBF5-9907-480A-8446-443B40A4A022}"/>
              </a:ext>
            </a:extLst>
          </p:cNvPr>
          <p:cNvSpPr>
            <a:spLocks noGrp="1"/>
          </p:cNvSpPr>
          <p:nvPr/>
        </p:nvSpPr>
        <p:spPr>
          <a:xfrm>
            <a:off x="502920" y="1828800"/>
            <a:ext cx="2651760" cy="38100"/>
          </a:xfrm>
          <a:prstGeom prst="rect">
            <a:avLst/>
          </a:prstGeom>
          <a:solidFill>
            <a:srgbClr val="00A376"/>
          </a:solidFill>
          <a:ln w="0">
            <a:solidFill>
              <a:srgbClr val="00A37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4974E6-5FE7-4549-B7CE-C6075B78D10B}"/>
              </a:ext>
            </a:extLst>
          </p:cNvPr>
          <p:cNvSpPr>
            <a:spLocks noGrp="1"/>
          </p:cNvSpPr>
          <p:nvPr/>
        </p:nvSpPr>
        <p:spPr>
          <a:xfrm>
            <a:off x="667512" y="1975104"/>
            <a:ext cx="2322576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73808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73808C"/>
                </a:solidFill>
                <a:latin typeface="Aptos"/>
                <a:ea typeface="Aptos"/>
                <a:cs typeface="Aptos"/>
              </a:rPr>
              <a:t>Modules covered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C8C85A-7517-4005-888F-BA4D6ECEE41B}"/>
              </a:ext>
            </a:extLst>
          </p:cNvPr>
          <p:cNvSpPr>
            <a:spLocks noGrp="1"/>
          </p:cNvSpPr>
          <p:nvPr/>
        </p:nvSpPr>
        <p:spPr>
          <a:xfrm>
            <a:off x="667512" y="2331720"/>
            <a:ext cx="2322576" cy="5257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6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 i="0" dirty="0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13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DC1540-1962-4047-A6AB-F70C0E68E9AE}"/>
              </a:ext>
            </a:extLst>
          </p:cNvPr>
          <p:cNvSpPr>
            <a:spLocks noGrp="1"/>
          </p:cNvSpPr>
          <p:nvPr/>
        </p:nvSpPr>
        <p:spPr>
          <a:xfrm>
            <a:off x="667512" y="3063240"/>
            <a:ext cx="2322576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73808C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73808C"/>
                </a:solidFill>
                <a:latin typeface="Aptos"/>
                <a:ea typeface="Aptos"/>
                <a:cs typeface="Aptos"/>
              </a:rPr>
              <a:t>Loan and Depository Management, end to end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CA315FB-0C95-4BB0-9076-1220A37563A4}"/>
              </a:ext>
            </a:extLst>
          </p:cNvPr>
          <p:cNvSpPr>
            <a:spLocks noGrp="1"/>
          </p:cNvSpPr>
          <p:nvPr/>
        </p:nvSpPr>
        <p:spPr>
          <a:xfrm>
            <a:off x="3337560" y="1828800"/>
            <a:ext cx="2651760" cy="173736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D6E3D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C2EDE5-2342-4031-AF6F-5131B733D6F3}"/>
              </a:ext>
            </a:extLst>
          </p:cNvPr>
          <p:cNvSpPr>
            <a:spLocks noGrp="1"/>
          </p:cNvSpPr>
          <p:nvPr/>
        </p:nvSpPr>
        <p:spPr>
          <a:xfrm>
            <a:off x="3337560" y="1828800"/>
            <a:ext cx="2651760" cy="38100"/>
          </a:xfrm>
          <a:prstGeom prst="rect">
            <a:avLst/>
          </a:prstGeom>
          <a:solidFill>
            <a:srgbClr val="4F817B"/>
          </a:solidFill>
          <a:ln w="0">
            <a:solidFill>
              <a:srgbClr val="4F817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F916E2-84B2-4507-8C27-B70E29BBA3A0}"/>
              </a:ext>
            </a:extLst>
          </p:cNvPr>
          <p:cNvSpPr>
            <a:spLocks noGrp="1"/>
          </p:cNvSpPr>
          <p:nvPr/>
        </p:nvSpPr>
        <p:spPr>
          <a:xfrm>
            <a:off x="3502152" y="1975104"/>
            <a:ext cx="2322576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73808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73808C"/>
                </a:solidFill>
                <a:latin typeface="Aptos"/>
                <a:ea typeface="Aptos"/>
                <a:cs typeface="Aptos"/>
              </a:rPr>
              <a:t>Test cases executed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50A2C8-DE3A-4EA6-9DE9-B0E8C90027DC}"/>
              </a:ext>
            </a:extLst>
          </p:cNvPr>
          <p:cNvSpPr>
            <a:spLocks noGrp="1"/>
          </p:cNvSpPr>
          <p:nvPr/>
        </p:nvSpPr>
        <p:spPr>
          <a:xfrm>
            <a:off x="3502152" y="2331720"/>
            <a:ext cx="2322576" cy="5257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6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2625" b="1" i="0" dirty="0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1223</a:t>
            </a:r>
            <a:r>
              <a:rPr sz="2625" b="1" i="0" dirty="0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+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772E25-1E29-4AED-9783-2D7FD6A71056}"/>
              </a:ext>
            </a:extLst>
          </p:cNvPr>
          <p:cNvSpPr>
            <a:spLocks noGrp="1"/>
          </p:cNvSpPr>
          <p:nvPr/>
        </p:nvSpPr>
        <p:spPr>
          <a:xfrm>
            <a:off x="3502152" y="3063240"/>
            <a:ext cx="2322576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73808C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73808C"/>
                </a:solidFill>
                <a:latin typeface="Aptos"/>
                <a:ea typeface="Aptos"/>
                <a:cs typeface="Aptos"/>
              </a:rPr>
              <a:t>A recorded outcome for every executed case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C5774DA-6D0A-4CF0-9594-D300F58D68B5}"/>
              </a:ext>
            </a:extLst>
          </p:cNvPr>
          <p:cNvSpPr>
            <a:spLocks noGrp="1"/>
          </p:cNvSpPr>
          <p:nvPr/>
        </p:nvSpPr>
        <p:spPr>
          <a:xfrm>
            <a:off x="6172200" y="1828800"/>
            <a:ext cx="2651760" cy="173736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D6E3D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A4987C-82B5-4F15-9F22-C49117E53D0C}"/>
              </a:ext>
            </a:extLst>
          </p:cNvPr>
          <p:cNvSpPr>
            <a:spLocks noGrp="1"/>
          </p:cNvSpPr>
          <p:nvPr/>
        </p:nvSpPr>
        <p:spPr>
          <a:xfrm>
            <a:off x="6172200" y="1828800"/>
            <a:ext cx="2651760" cy="38100"/>
          </a:xfrm>
          <a:prstGeom prst="rect">
            <a:avLst/>
          </a:prstGeom>
          <a:solidFill>
            <a:srgbClr val="C77721"/>
          </a:solidFill>
          <a:ln w="0">
            <a:solidFill>
              <a:srgbClr val="C7772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784D33-B1C3-4A34-94E7-1DA6E961FA16}"/>
              </a:ext>
            </a:extLst>
          </p:cNvPr>
          <p:cNvSpPr>
            <a:spLocks noGrp="1"/>
          </p:cNvSpPr>
          <p:nvPr/>
        </p:nvSpPr>
        <p:spPr>
          <a:xfrm>
            <a:off x="6336792" y="1975104"/>
            <a:ext cx="2322576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73808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73808C"/>
                </a:solidFill>
                <a:latin typeface="Aptos"/>
                <a:ea typeface="Aptos"/>
                <a:cs typeface="Aptos"/>
              </a:rPr>
              <a:t>Defects found and filed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992868-4493-48DF-8292-9557F462C1B9}"/>
              </a:ext>
            </a:extLst>
          </p:cNvPr>
          <p:cNvSpPr>
            <a:spLocks noGrp="1"/>
          </p:cNvSpPr>
          <p:nvPr/>
        </p:nvSpPr>
        <p:spPr>
          <a:xfrm>
            <a:off x="6336792" y="2331720"/>
            <a:ext cx="2322576" cy="5257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62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2625" b="1" dirty="0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95</a:t>
            </a:r>
            <a:r>
              <a:rPr sz="2625" b="1" dirty="0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+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29E31A-F162-4C63-8403-3C7EC63D96BA}"/>
              </a:ext>
            </a:extLst>
          </p:cNvPr>
          <p:cNvSpPr>
            <a:spLocks noGrp="1"/>
          </p:cNvSpPr>
          <p:nvPr/>
        </p:nvSpPr>
        <p:spPr>
          <a:xfrm>
            <a:off x="6336792" y="3063240"/>
            <a:ext cx="2322576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73808C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73808C"/>
                </a:solidFill>
                <a:latin typeface="Aptos"/>
                <a:ea typeface="Aptos"/>
                <a:cs typeface="Aptos"/>
              </a:rPr>
              <a:t>Jira reports included supporting evidence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C955B07-A569-44CC-86C4-D3CCA5FC68F7}"/>
              </a:ext>
            </a:extLst>
          </p:cNvPr>
          <p:cNvSpPr>
            <a:spLocks noGrp="1"/>
          </p:cNvSpPr>
          <p:nvPr/>
        </p:nvSpPr>
        <p:spPr>
          <a:xfrm>
            <a:off x="502920" y="3977639"/>
            <a:ext cx="11155680" cy="1691640"/>
          </a:xfrm>
          <a:prstGeom prst="roundRect">
            <a:avLst>
              <a:gd name="adj" fmla="val 6757"/>
            </a:avLst>
          </a:prstGeom>
          <a:solidFill>
            <a:srgbClr val="EAF5F1"/>
          </a:solidFill>
          <a:ln w="9525">
            <a:solidFill>
              <a:srgbClr val="D6E3D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8506F5-6EF6-424C-AFB7-820D520AF59D}"/>
              </a:ext>
            </a:extLst>
          </p:cNvPr>
          <p:cNvSpPr>
            <a:spLocks noGrp="1"/>
          </p:cNvSpPr>
          <p:nvPr/>
        </p:nvSpPr>
        <p:spPr>
          <a:xfrm>
            <a:off x="822960" y="42062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The signal behind the numbers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04757C-49BC-41BC-AE3A-100B23A848CC}"/>
              </a:ext>
            </a:extLst>
          </p:cNvPr>
          <p:cNvSpPr>
            <a:spLocks noGrp="1"/>
          </p:cNvSpPr>
          <p:nvPr/>
        </p:nvSpPr>
        <p:spPr>
          <a:xfrm>
            <a:off x="822960" y="461772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buNone/>
              <a:defRPr sz="1275" b="0">
                <a:solidFill>
                  <a:srgbClr val="435466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435466"/>
                </a:solidFill>
                <a:latin typeface="Aptos"/>
                <a:ea typeface="Aptos"/>
                <a:cs typeface="Aptos"/>
              </a:rPr>
              <a:t>• AI assisted the full QA chain: requirements, test design, execution, </a:t>
            </a:r>
            <a:r>
              <a:rPr lang="en-US" sz="1275" b="0" dirty="0">
                <a:solidFill>
                  <a:srgbClr val="435466"/>
                </a:solidFill>
                <a:latin typeface="Aptos"/>
                <a:ea typeface="Aptos"/>
                <a:cs typeface="Aptos"/>
              </a:rPr>
              <a:t>automation script generation, </a:t>
            </a:r>
            <a:r>
              <a:rPr sz="1275" b="0" dirty="0">
                <a:solidFill>
                  <a:srgbClr val="435466"/>
                </a:solidFill>
                <a:latin typeface="Aptos"/>
                <a:ea typeface="Aptos"/>
                <a:cs typeface="Aptos"/>
              </a:rPr>
              <a:t>defect </a:t>
            </a:r>
            <a:r>
              <a:rPr lang="en-US" sz="1275" b="0" dirty="0">
                <a:solidFill>
                  <a:srgbClr val="435466"/>
                </a:solidFill>
                <a:latin typeface="Aptos"/>
                <a:ea typeface="Aptos"/>
                <a:cs typeface="Aptos"/>
              </a:rPr>
              <a:t>root cause </a:t>
            </a:r>
            <a:r>
              <a:rPr sz="1275" b="0" dirty="0">
                <a:solidFill>
                  <a:srgbClr val="435466"/>
                </a:solidFill>
                <a:latin typeface="Aptos"/>
                <a:ea typeface="Aptos"/>
                <a:cs typeface="Aptos"/>
              </a:rPr>
              <a:t>analysis and reporting.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None/>
              <a:defRPr sz="1275" b="0">
                <a:solidFill>
                  <a:srgbClr val="435466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435466"/>
                </a:solidFill>
                <a:latin typeface="Aptos"/>
                <a:ea typeface="Aptos"/>
                <a:cs typeface="Aptos"/>
              </a:rPr>
              <a:t>• Every executed case had a recorded result; filed defects carried evidence for follow-up.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3E39A9F-D712-40CB-86A3-EC7A37696967}"/>
              </a:ext>
            </a:extLst>
          </p:cNvPr>
          <p:cNvSpPr>
            <a:spLocks noGrp="1"/>
          </p:cNvSpPr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788" b="0">
                <a:solidFill>
                  <a:srgbClr val="73808C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73808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20778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8156A0-55C2-9FB8-A02C-F12E2A31A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BCFC89-13F2-6A37-C297-16A66D5B9B37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4F817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4F817B"/>
                </a:solidFill>
                <a:latin typeface="Aptos"/>
                <a:ea typeface="Aptos"/>
                <a:cs typeface="Aptos"/>
              </a:rPr>
              <a:t>OPERATING BOUNDARIES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7FA2BE-A35C-D550-5EF6-2BC2A601B17D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4191000" cy="7772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300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3000" b="1" i="0" dirty="0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Issues we faced                                    </a:t>
            </a:r>
            <a:endParaRPr sz="3000" b="1" i="0" dirty="0">
              <a:solidFill>
                <a:srgbClr val="17324D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EEA452A-9D9E-AA36-1489-065D8B64C9EF}"/>
              </a:ext>
            </a:extLst>
          </p:cNvPr>
          <p:cNvSpPr>
            <a:spLocks noGrp="1"/>
          </p:cNvSpPr>
          <p:nvPr/>
        </p:nvSpPr>
        <p:spPr>
          <a:xfrm>
            <a:off x="502920" y="1691640"/>
            <a:ext cx="4191000" cy="217932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D6E3D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5A35FD-0D36-8BBA-AA1E-67E5D240D5E0}"/>
              </a:ext>
            </a:extLst>
          </p:cNvPr>
          <p:cNvSpPr>
            <a:spLocks noGrp="1"/>
          </p:cNvSpPr>
          <p:nvPr/>
        </p:nvSpPr>
        <p:spPr>
          <a:xfrm>
            <a:off x="716280" y="2430272"/>
            <a:ext cx="3962400" cy="6014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163">
                <a:solidFill>
                  <a:srgbClr val="435466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435466"/>
                </a:solidFill>
                <a:latin typeface="Aptos"/>
                <a:ea typeface="Aptos"/>
                <a:cs typeface="Aptos"/>
              </a:rPr>
              <a:t>Cross-system validation needs coordinated UI, API and database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BDC817-06A9-1DAE-9366-41C7BA3C597D}"/>
              </a:ext>
            </a:extLst>
          </p:cNvPr>
          <p:cNvSpPr>
            <a:spLocks noGrp="1"/>
          </p:cNvSpPr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788" b="0">
                <a:solidFill>
                  <a:srgbClr val="73808C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73808C"/>
                </a:solidFill>
                <a:latin typeface="Aptos"/>
                <a:ea typeface="Aptos"/>
                <a:cs typeface="Aptos"/>
              </a:rPr>
              <a:t>Sage Intacct QA • AI-assisted delivery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D9AD3D-EE3A-7B1B-F12C-87BE4A9B8653}"/>
              </a:ext>
            </a:extLst>
          </p:cNvPr>
          <p:cNvSpPr>
            <a:spLocks noGrp="1"/>
          </p:cNvSpPr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788" b="0">
                <a:solidFill>
                  <a:srgbClr val="73808C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73808C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37E822FE-54CC-872E-14F0-ED9DB9054447}"/>
              </a:ext>
            </a:extLst>
          </p:cNvPr>
          <p:cNvSpPr>
            <a:spLocks noGrp="1"/>
          </p:cNvSpPr>
          <p:nvPr/>
        </p:nvSpPr>
        <p:spPr>
          <a:xfrm>
            <a:off x="502920" y="4126992"/>
            <a:ext cx="4175760" cy="217932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D6E3D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58001E05-3E0B-C6C3-167B-03FEB9CCFC97}"/>
              </a:ext>
            </a:extLst>
          </p:cNvPr>
          <p:cNvSpPr>
            <a:spLocks noGrp="1"/>
          </p:cNvSpPr>
          <p:nvPr/>
        </p:nvSpPr>
        <p:spPr>
          <a:xfrm>
            <a:off x="640080" y="4874768"/>
            <a:ext cx="4175760" cy="818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163">
                <a:solidFill>
                  <a:srgbClr val="435466"/>
                </a:solidFill>
                <a:latin typeface="Aptos"/>
                <a:ea typeface="Aptos"/>
                <a:cs typeface="Aptos"/>
              </a:defRPr>
            </a:pPr>
            <a:r>
              <a:rPr lang="en-US" sz="1600" b="1" dirty="0">
                <a:solidFill>
                  <a:srgbClr val="435466"/>
                </a:solidFill>
                <a:latin typeface="Aptos"/>
                <a:ea typeface="Aptos"/>
                <a:cs typeface="Aptos"/>
              </a:rPr>
              <a:t>During testing, AI missed some test scope and edge cases</a:t>
            </a:r>
            <a:endParaRPr sz="1600" b="1" dirty="0">
              <a:solidFill>
                <a:srgbClr val="43546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F1724489-AF1A-15CD-B871-A08AD140E705}"/>
              </a:ext>
            </a:extLst>
          </p:cNvPr>
          <p:cNvSpPr>
            <a:spLocks noGrp="1"/>
          </p:cNvSpPr>
          <p:nvPr/>
        </p:nvSpPr>
        <p:spPr>
          <a:xfrm>
            <a:off x="5654040" y="1691640"/>
            <a:ext cx="4191000" cy="217932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D6E3D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n-US" sz="1600" b="1" dirty="0">
                <a:solidFill>
                  <a:srgbClr val="17324D"/>
                </a:solidFill>
                <a:latin typeface="Aptos" panose="020B0004020202020204" pitchFamily="34" charset="0"/>
                <a:ea typeface="Aptos"/>
                <a:cs typeface="Aptos"/>
              </a:rPr>
              <a:t>Connect UI, API and database validation into one controlled flow.</a:t>
            </a:r>
          </a:p>
          <a:p>
            <a:pPr algn="ctr">
              <a:buNone/>
            </a:pPr>
            <a:endParaRPr dirty="0"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DBC35A8C-56B5-C506-CE3C-FCA0D58170D1}"/>
              </a:ext>
            </a:extLst>
          </p:cNvPr>
          <p:cNvSpPr>
            <a:spLocks noGrp="1"/>
          </p:cNvSpPr>
          <p:nvPr/>
        </p:nvSpPr>
        <p:spPr>
          <a:xfrm>
            <a:off x="5654040" y="4126992"/>
            <a:ext cx="4312920" cy="217932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D6E3D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10000"/>
              </a:lnSpc>
              <a:defRPr sz="15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1600" b="1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Keep improving AI agents with project scope and requirements.</a:t>
            </a:r>
          </a:p>
        </p:txBody>
      </p:sp>
      <p:sp>
        <p:nvSpPr>
          <p:cNvPr id="15" name="TextBox 2">
            <a:extLst>
              <a:ext uri="{FF2B5EF4-FFF2-40B4-BE49-F238E27FC236}">
                <a16:creationId xmlns:a16="http://schemas.microsoft.com/office/drawing/2014/main" id="{3B8FDF43-F09E-D8B5-51CD-DE8DD91C2146}"/>
              </a:ext>
            </a:extLst>
          </p:cNvPr>
          <p:cNvSpPr>
            <a:spLocks noGrp="1"/>
          </p:cNvSpPr>
          <p:nvPr/>
        </p:nvSpPr>
        <p:spPr>
          <a:xfrm>
            <a:off x="5654040" y="725424"/>
            <a:ext cx="4852416" cy="7772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lnSpc>
                <a:spcPct val="108000"/>
              </a:lnSpc>
              <a:defRPr sz="300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3000" b="1" dirty="0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Plan for future improvement</a:t>
            </a:r>
            <a:endParaRPr lang="en-US" sz="3000" b="1" dirty="0">
              <a:solidFill>
                <a:srgbClr val="2E2A38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29C021BC-119C-51F5-52AE-6561206CB740}"/>
              </a:ext>
            </a:extLst>
          </p:cNvPr>
          <p:cNvSpPr/>
          <p:nvPr/>
        </p:nvSpPr>
        <p:spPr>
          <a:xfrm>
            <a:off x="4815840" y="2670048"/>
            <a:ext cx="706120" cy="1280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42E2EA4B-FD66-50A1-7B90-7415EEB575D7}"/>
              </a:ext>
            </a:extLst>
          </p:cNvPr>
          <p:cNvSpPr/>
          <p:nvPr/>
        </p:nvSpPr>
        <p:spPr>
          <a:xfrm>
            <a:off x="4815840" y="5116576"/>
            <a:ext cx="706120" cy="1280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338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F30313-3F59-4FA2-A8F5-0C517E81FADC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4F817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4F817B"/>
                </a:solidFill>
                <a:latin typeface="Aptos"/>
                <a:ea typeface="Aptos"/>
                <a:cs typeface="Aptos"/>
              </a:rPr>
              <a:t>OPERATING BOUNDARIES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BB1E50-1771-4524-AACA-013F1834CCF9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4191000" cy="7772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300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3000" b="1" i="0" dirty="0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Issues we faced                                    </a:t>
            </a:r>
            <a:endParaRPr sz="3000" b="1" i="0" dirty="0">
              <a:solidFill>
                <a:srgbClr val="17324D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EC81598-EA1A-485E-8845-9C46785D2AE6}"/>
              </a:ext>
            </a:extLst>
          </p:cNvPr>
          <p:cNvSpPr>
            <a:spLocks noGrp="1"/>
          </p:cNvSpPr>
          <p:nvPr/>
        </p:nvSpPr>
        <p:spPr>
          <a:xfrm>
            <a:off x="502920" y="1691640"/>
            <a:ext cx="4191000" cy="217932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D6E3D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ADCD83-7426-4C7D-A3EF-A4531D4580A8}"/>
              </a:ext>
            </a:extLst>
          </p:cNvPr>
          <p:cNvSpPr>
            <a:spLocks noGrp="1"/>
          </p:cNvSpPr>
          <p:nvPr/>
        </p:nvSpPr>
        <p:spPr>
          <a:xfrm>
            <a:off x="640080" y="2403348"/>
            <a:ext cx="3962400" cy="6014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163">
                <a:solidFill>
                  <a:srgbClr val="435466"/>
                </a:solidFill>
                <a:latin typeface="Aptos"/>
                <a:ea typeface="Aptos"/>
                <a:cs typeface="Aptos"/>
              </a:defRPr>
            </a:pPr>
            <a:r>
              <a:rPr lang="en-US" sz="1600" b="1" dirty="0">
                <a:solidFill>
                  <a:srgbClr val="435466"/>
                </a:solidFill>
                <a:latin typeface="Aptos"/>
                <a:ea typeface="Aptos"/>
                <a:cs typeface="Aptos"/>
              </a:rPr>
              <a:t>More time consumption when requirements are not properly written</a:t>
            </a:r>
            <a:endParaRPr sz="1163" dirty="0">
              <a:solidFill>
                <a:srgbClr val="43546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C95213-C9F3-4B6B-99A3-73D9DD3FF262}"/>
              </a:ext>
            </a:extLst>
          </p:cNvPr>
          <p:cNvSpPr>
            <a:spLocks noGrp="1"/>
          </p:cNvSpPr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788" b="0">
                <a:solidFill>
                  <a:srgbClr val="73808C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73808C"/>
                </a:solidFill>
                <a:latin typeface="Aptos"/>
                <a:ea typeface="Aptos"/>
                <a:cs typeface="Aptos"/>
              </a:rPr>
              <a:t>Sage Intacct QA • AI-assisted delivery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A25B7B-1064-437E-BC41-76E86559BBFB}"/>
              </a:ext>
            </a:extLst>
          </p:cNvPr>
          <p:cNvSpPr>
            <a:spLocks noGrp="1"/>
          </p:cNvSpPr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788" b="0">
                <a:solidFill>
                  <a:srgbClr val="73808C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73808C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FC0F0F71-CC2A-1669-72E8-49CB5DDE5FB7}"/>
              </a:ext>
            </a:extLst>
          </p:cNvPr>
          <p:cNvSpPr>
            <a:spLocks noGrp="1"/>
          </p:cNvSpPr>
          <p:nvPr/>
        </p:nvSpPr>
        <p:spPr>
          <a:xfrm>
            <a:off x="487680" y="4126992"/>
            <a:ext cx="4175760" cy="217932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D6E3D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596539F8-407D-6B94-738B-5AC4D36ED792}"/>
              </a:ext>
            </a:extLst>
          </p:cNvPr>
          <p:cNvSpPr>
            <a:spLocks noGrp="1"/>
          </p:cNvSpPr>
          <p:nvPr/>
        </p:nvSpPr>
        <p:spPr>
          <a:xfrm>
            <a:off x="640080" y="4874768"/>
            <a:ext cx="4175760" cy="818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163">
                <a:solidFill>
                  <a:srgbClr val="435466"/>
                </a:solidFill>
                <a:latin typeface="Aptos"/>
                <a:ea typeface="Aptos"/>
                <a:cs typeface="Aptos"/>
              </a:defRPr>
            </a:pPr>
            <a:endParaRPr sz="1600" b="1" dirty="0">
              <a:solidFill>
                <a:srgbClr val="43546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F332214A-DAC7-CE80-944E-07F495D65751}"/>
              </a:ext>
            </a:extLst>
          </p:cNvPr>
          <p:cNvSpPr>
            <a:spLocks noGrp="1"/>
          </p:cNvSpPr>
          <p:nvPr/>
        </p:nvSpPr>
        <p:spPr>
          <a:xfrm>
            <a:off x="5654040" y="1691640"/>
            <a:ext cx="4191000" cy="217932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D6E3D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n-US" sz="1600" b="1" dirty="0">
                <a:solidFill>
                  <a:srgbClr val="17324D"/>
                </a:solidFill>
                <a:latin typeface="Aptos" panose="020B0004020202020204" pitchFamily="34" charset="0"/>
                <a:ea typeface="Aptos"/>
                <a:cs typeface="Aptos"/>
              </a:rPr>
              <a:t>Keeping requirement documents properly updated </a:t>
            </a:r>
          </a:p>
          <a:p>
            <a:pPr algn="ctr">
              <a:buNone/>
            </a:pPr>
            <a:endParaRPr dirty="0"/>
          </a:p>
        </p:txBody>
      </p:sp>
      <p:sp>
        <p:nvSpPr>
          <p:cNvPr id="15" name="TextBox 2">
            <a:extLst>
              <a:ext uri="{FF2B5EF4-FFF2-40B4-BE49-F238E27FC236}">
                <a16:creationId xmlns:a16="http://schemas.microsoft.com/office/drawing/2014/main" id="{6BEAD82B-7B6D-30DA-E50D-080BCC5FC48A}"/>
              </a:ext>
            </a:extLst>
          </p:cNvPr>
          <p:cNvSpPr>
            <a:spLocks noGrp="1"/>
          </p:cNvSpPr>
          <p:nvPr/>
        </p:nvSpPr>
        <p:spPr>
          <a:xfrm>
            <a:off x="5654040" y="725424"/>
            <a:ext cx="4852416" cy="7772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lnSpc>
                <a:spcPct val="108000"/>
              </a:lnSpc>
              <a:defRPr sz="300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3000" b="1" dirty="0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Plan for future improvement</a:t>
            </a:r>
            <a:endParaRPr lang="en-US" sz="3000" b="1" dirty="0">
              <a:solidFill>
                <a:srgbClr val="2E2A38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B251B993-C12D-CEFA-D4E4-2FC9AF331314}"/>
              </a:ext>
            </a:extLst>
          </p:cNvPr>
          <p:cNvSpPr/>
          <p:nvPr/>
        </p:nvSpPr>
        <p:spPr>
          <a:xfrm>
            <a:off x="4815840" y="2670048"/>
            <a:ext cx="706120" cy="1280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AF7AF7DA-5F4D-66A4-276F-C0B0FC0B4DCB}"/>
              </a:ext>
            </a:extLst>
          </p:cNvPr>
          <p:cNvSpPr/>
          <p:nvPr/>
        </p:nvSpPr>
        <p:spPr>
          <a:xfrm>
            <a:off x="4815840" y="5116576"/>
            <a:ext cx="706120" cy="1280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5">
            <a:extLst>
              <a:ext uri="{FF2B5EF4-FFF2-40B4-BE49-F238E27FC236}">
                <a16:creationId xmlns:a16="http://schemas.microsoft.com/office/drawing/2014/main" id="{72EB2E45-E64B-7025-F0BA-2BD439C0639E}"/>
              </a:ext>
            </a:extLst>
          </p:cNvPr>
          <p:cNvSpPr>
            <a:spLocks noGrp="1"/>
          </p:cNvSpPr>
          <p:nvPr/>
        </p:nvSpPr>
        <p:spPr>
          <a:xfrm>
            <a:off x="617220" y="4907280"/>
            <a:ext cx="3962400" cy="6014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163">
                <a:solidFill>
                  <a:srgbClr val="435466"/>
                </a:solidFill>
                <a:latin typeface="Aptos"/>
                <a:ea typeface="Aptos"/>
                <a:cs typeface="Aptos"/>
              </a:defRPr>
            </a:pPr>
            <a:endParaRPr sz="1163" dirty="0">
              <a:solidFill>
                <a:srgbClr val="43546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TextBox 5">
            <a:extLst>
              <a:ext uri="{FF2B5EF4-FFF2-40B4-BE49-F238E27FC236}">
                <a16:creationId xmlns:a16="http://schemas.microsoft.com/office/drawing/2014/main" id="{EA8B0223-61DC-08AA-D5AB-C8CFEE89FBB3}"/>
              </a:ext>
            </a:extLst>
          </p:cNvPr>
          <p:cNvSpPr>
            <a:spLocks noGrp="1"/>
          </p:cNvSpPr>
          <p:nvPr/>
        </p:nvSpPr>
        <p:spPr>
          <a:xfrm>
            <a:off x="617220" y="4907280"/>
            <a:ext cx="3962400" cy="6014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163">
                <a:solidFill>
                  <a:srgbClr val="435466"/>
                </a:solidFill>
                <a:latin typeface="Aptos"/>
                <a:ea typeface="Aptos"/>
                <a:cs typeface="Aptos"/>
              </a:defRPr>
            </a:pPr>
            <a:r>
              <a:rPr lang="en-US" sz="1600" b="1" dirty="0">
                <a:solidFill>
                  <a:srgbClr val="435466"/>
                </a:solidFill>
                <a:latin typeface="Aptos"/>
                <a:ea typeface="Aptos"/>
                <a:cs typeface="Aptos"/>
              </a:rPr>
              <a:t>Required human intervention to complete the workflow</a:t>
            </a:r>
            <a:endParaRPr lang="en-US" sz="1163" b="1" dirty="0">
              <a:solidFill>
                <a:srgbClr val="435466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12000"/>
              </a:lnSpc>
              <a:buNone/>
              <a:defRPr sz="1163">
                <a:solidFill>
                  <a:srgbClr val="435466"/>
                </a:solidFill>
                <a:latin typeface="Aptos"/>
                <a:ea typeface="Aptos"/>
                <a:cs typeface="Aptos"/>
              </a:defRPr>
            </a:pPr>
            <a:endParaRPr lang="en-US" sz="1600" b="1" dirty="0">
              <a:solidFill>
                <a:srgbClr val="43546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Rounded Rectangle 3">
            <a:extLst>
              <a:ext uri="{FF2B5EF4-FFF2-40B4-BE49-F238E27FC236}">
                <a16:creationId xmlns:a16="http://schemas.microsoft.com/office/drawing/2014/main" id="{C290B0F1-BED9-56A4-BD3B-7CAC4330D797}"/>
              </a:ext>
            </a:extLst>
          </p:cNvPr>
          <p:cNvSpPr>
            <a:spLocks noGrp="1"/>
          </p:cNvSpPr>
          <p:nvPr/>
        </p:nvSpPr>
        <p:spPr>
          <a:xfrm>
            <a:off x="5654040" y="4114800"/>
            <a:ext cx="4191000" cy="217932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D6E3D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10000"/>
              </a:lnSpc>
              <a:defRPr sz="15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1600" b="1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Refining the whole process of RA -&gt; Test case generation -&gt; Testing -&gt; Test Automation script generation-&gt; Bug reporting with assistance of AI</a:t>
            </a:r>
          </a:p>
          <a:p>
            <a:pPr algn="ctr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48583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1315</TotalTime>
  <Words>831</Words>
  <Application>Microsoft Office PowerPoint</Application>
  <DocSecurity>0</DocSecurity>
  <PresentationFormat>Widescreen</PresentationFormat>
  <Paragraphs>101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Shiary, Subah</cp:lastModifiedBy>
  <cp:revision>1</cp:revision>
  <dcterms:created xsi:type="dcterms:W3CDTF">2026-08-20T13:38:55Z</dcterms:created>
  <dcterms:modified xsi:type="dcterms:W3CDTF">2026-08-25T09:58:57Z</dcterms:modified>
</cp:coreProperties>
</file>